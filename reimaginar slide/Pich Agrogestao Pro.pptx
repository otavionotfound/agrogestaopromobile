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mbria Bold" charset="1" panose="02040803050406030204"/>
      <p:regular r:id="rId16"/>
    </p:embeddedFont>
    <p:embeddedFont>
      <p:font typeface="Calibri (MS) Bold" charset="1" panose="020F0702030404030204"/>
      <p:regular r:id="rId17"/>
    </p:embeddedFont>
    <p:embeddedFont>
      <p:font typeface="Cambria Italics" charset="1" panose="020405030504060A0204"/>
      <p:regular r:id="rId18"/>
    </p:embeddedFont>
    <p:embeddedFont>
      <p:font typeface="Calibri (MS)" charset="1" panose="020F0502020204030204"/>
      <p:regular r:id="rId19"/>
    </p:embeddedFont>
    <p:embeddedFont>
      <p:font typeface="Cambria" charset="1" panose="02040503050406030204"/>
      <p:regular r:id="rId20"/>
    </p:embeddedFont>
    <p:embeddedFont>
      <p:font typeface="Cambria Bold Italics" charset="1" panose="020408030504060A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02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835640" y="-1802130"/>
            <a:ext cx="8503920" cy="715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0"/>
              </a:lnSpc>
            </a:pPr>
            <a:r>
              <a:rPr lang="en-US" sz="45000" b="true">
                <a:solidFill>
                  <a:srgbClr val="224539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34440" y="6240780"/>
            <a:ext cx="12344400" cy="480060"/>
            <a:chOff x="0" y="0"/>
            <a:chExt cx="164592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64592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75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PITCH DECK · CURSO TÉCNICO EM DESENVOLVIMENTO DE SISTEMAS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5860" y="6720840"/>
            <a:ext cx="15087600" cy="1440180"/>
            <a:chOff x="0" y="0"/>
            <a:chExt cx="20116800" cy="192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11680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AgroGestão Pro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8229600"/>
            <a:ext cx="10424160" cy="960120"/>
            <a:chOff x="0" y="0"/>
            <a:chExt cx="13898880" cy="1280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988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389888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i="true">
                  <a:solidFill>
                    <a:srgbClr val="C9D6CB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“Gestão rural sem complicação.” Simples para começar e preparado para crescer junto com o produtor.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98780" y="5966460"/>
            <a:ext cx="4114800" cy="411480"/>
            <a:chOff x="0" y="0"/>
            <a:chExt cx="5486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9BAE9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ODS RELACIONADOS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98780" y="6473952"/>
            <a:ext cx="1577340" cy="1577340"/>
            <a:chOff x="0" y="0"/>
            <a:chExt cx="2103120" cy="2103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E5243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235940" y="6583680"/>
            <a:ext cx="1303020" cy="576072"/>
            <a:chOff x="0" y="0"/>
            <a:chExt cx="1737360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37360" cy="768096"/>
            </a:xfrm>
            <a:custGeom>
              <a:avLst/>
              <a:gdLst/>
              <a:ahLst/>
              <a:cxnLst/>
              <a:rect r="r" b="b" t="t" l="l"/>
              <a:pathLst>
                <a:path h="76809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73736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235940" y="7159752"/>
            <a:ext cx="1303020" cy="822960"/>
            <a:chOff x="0" y="0"/>
            <a:chExt cx="173736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37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033" t="0" r="-3103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7373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09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Erradicação da Pobreza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977872" y="6473952"/>
            <a:ext cx="1577340" cy="1577340"/>
            <a:chOff x="0" y="0"/>
            <a:chExt cx="2103120" cy="2103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031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DDA63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115032" y="6583680"/>
            <a:ext cx="1303020" cy="576072"/>
            <a:chOff x="0" y="0"/>
            <a:chExt cx="1737360" cy="7680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37360" cy="768096"/>
            </a:xfrm>
            <a:custGeom>
              <a:avLst/>
              <a:gdLst/>
              <a:ahLst/>
              <a:cxnLst/>
              <a:rect r="r" b="b" t="t" l="l"/>
              <a:pathLst>
                <a:path h="76809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73736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115032" y="7159752"/>
            <a:ext cx="1303020" cy="822960"/>
            <a:chOff x="0" y="0"/>
            <a:chExt cx="173736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37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033" t="0" r="-3103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7373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09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Fome Zero e Agricultura Sustentável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098780" y="8353044"/>
            <a:ext cx="1577340" cy="1577340"/>
            <a:chOff x="0" y="0"/>
            <a:chExt cx="2103120" cy="2103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031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A2194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235940" y="8462772"/>
            <a:ext cx="1303020" cy="576072"/>
            <a:chOff x="0" y="0"/>
            <a:chExt cx="1737360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37360" cy="768096"/>
            </a:xfrm>
            <a:custGeom>
              <a:avLst/>
              <a:gdLst/>
              <a:ahLst/>
              <a:cxnLst/>
              <a:rect r="r" b="b" t="t" l="l"/>
              <a:pathLst>
                <a:path h="76809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73736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235940" y="9038844"/>
            <a:ext cx="1303020" cy="822960"/>
            <a:chOff x="0" y="0"/>
            <a:chExt cx="173736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37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033" t="0" r="-3103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7373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09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Trabalho Decente e Crescimento Econômico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977872" y="8353044"/>
            <a:ext cx="1577340" cy="1577340"/>
            <a:chOff x="0" y="0"/>
            <a:chExt cx="2103120" cy="2103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031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DD136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115032" y="8462772"/>
            <a:ext cx="1303020" cy="576072"/>
            <a:chOff x="0" y="0"/>
            <a:chExt cx="1737360" cy="7680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37360" cy="768096"/>
            </a:xfrm>
            <a:custGeom>
              <a:avLst/>
              <a:gdLst/>
              <a:ahLst/>
              <a:cxnLst/>
              <a:rect r="r" b="b" t="t" l="l"/>
              <a:pathLst>
                <a:path h="76809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73736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115032" y="9038844"/>
            <a:ext cx="1303020" cy="822960"/>
            <a:chOff x="0" y="0"/>
            <a:chExt cx="173736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37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033" t="0" r="-3103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7373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09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Redução das Desigualdades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54980" y="0"/>
            <a:ext cx="12732563" cy="10287000"/>
            <a:chOff x="0" y="0"/>
            <a:chExt cx="1697675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767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976725">
                  <a:moveTo>
                    <a:pt x="0" y="0"/>
                  </a:moveTo>
                  <a:lnTo>
                    <a:pt x="16976725" y="0"/>
                  </a:lnTo>
                  <a:lnTo>
                    <a:pt x="169767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9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554980" cy="10287000"/>
            <a:chOff x="0" y="0"/>
            <a:chExt cx="740664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0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380" y="891540"/>
            <a:ext cx="4389120" cy="548640"/>
            <a:chOff x="0" y="0"/>
            <a:chExt cx="585216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PROBLEMA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54380" y="1510665"/>
            <a:ext cx="4389120" cy="459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45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Seu José cuida de tudo sozinho, no caderno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54380" y="9642348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7548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BAE9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AGROGESTÃO PRO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389120" y="9601200"/>
            <a:ext cx="822960" cy="480060"/>
            <a:chOff x="0" y="0"/>
            <a:chExt cx="109728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BAE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09360" y="1508760"/>
            <a:ext cx="1371600" cy="1412748"/>
            <a:chOff x="0" y="0"/>
            <a:chExt cx="1828800" cy="18836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8800" cy="1883664"/>
            </a:xfrm>
            <a:custGeom>
              <a:avLst/>
              <a:gdLst/>
              <a:ahLst/>
              <a:cxnLst/>
              <a:rect r="r" b="b" t="t" l="l"/>
              <a:pathLst>
                <a:path h="188366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2152" t="0" r="-8215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828800" cy="1902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18120" y="1508760"/>
            <a:ext cx="9715043" cy="1412748"/>
            <a:chOff x="0" y="0"/>
            <a:chExt cx="12953390" cy="18836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953390" cy="1883664"/>
            </a:xfrm>
            <a:custGeom>
              <a:avLst/>
              <a:gdLst/>
              <a:ahLst/>
              <a:cxnLst/>
              <a:rect r="r" b="b" t="t" l="l"/>
              <a:pathLst>
                <a:path h="1883664" w="12953390">
                  <a:moveTo>
                    <a:pt x="0" y="0"/>
                  </a:moveTo>
                  <a:lnTo>
                    <a:pt x="12953390" y="0"/>
                  </a:lnTo>
                  <a:lnTo>
                    <a:pt x="12953390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992" r="0" b="-8399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2953390" cy="1969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Cuida da produção e do dinheiro ao mesmo tempo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4380">
            <a:off x="6302216" y="3012758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6309360" y="3264408"/>
            <a:ext cx="1371600" cy="1412748"/>
            <a:chOff x="0" y="0"/>
            <a:chExt cx="1828800" cy="18836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0" cy="1883664"/>
            </a:xfrm>
            <a:custGeom>
              <a:avLst/>
              <a:gdLst/>
              <a:ahLst/>
              <a:cxnLst/>
              <a:rect r="r" b="b" t="t" l="l"/>
              <a:pathLst>
                <a:path h="188366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2152" t="0" r="-8215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828800" cy="1902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818120" y="3264408"/>
            <a:ext cx="9715043" cy="1412748"/>
            <a:chOff x="0" y="0"/>
            <a:chExt cx="12953390" cy="18836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53390" cy="1883664"/>
            </a:xfrm>
            <a:custGeom>
              <a:avLst/>
              <a:gdLst/>
              <a:ahLst/>
              <a:cxnLst/>
              <a:rect r="r" b="b" t="t" l="l"/>
              <a:pathLst>
                <a:path h="1883664" w="12953390">
                  <a:moveTo>
                    <a:pt x="0" y="0"/>
                  </a:moveTo>
                  <a:lnTo>
                    <a:pt x="12953390" y="0"/>
                  </a:lnTo>
                  <a:lnTo>
                    <a:pt x="12953390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992" r="0" b="-8399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2953390" cy="1969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Anota tudo em caderno, WhatsApp ou de memória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4380">
            <a:off x="6302216" y="4768406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6309360" y="5020056"/>
            <a:ext cx="1371600" cy="1412748"/>
            <a:chOff x="0" y="0"/>
            <a:chExt cx="1828800" cy="18836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0" cy="1883664"/>
            </a:xfrm>
            <a:custGeom>
              <a:avLst/>
              <a:gdLst/>
              <a:ahLst/>
              <a:cxnLst/>
              <a:rect r="r" b="b" t="t" l="l"/>
              <a:pathLst>
                <a:path h="188366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2152" t="0" r="-8215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828800" cy="1902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818120" y="5020056"/>
            <a:ext cx="9715043" cy="1412748"/>
            <a:chOff x="0" y="0"/>
            <a:chExt cx="12953390" cy="18836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953390" cy="1883664"/>
            </a:xfrm>
            <a:custGeom>
              <a:avLst/>
              <a:gdLst/>
              <a:ahLst/>
              <a:cxnLst/>
              <a:rect r="r" b="b" t="t" l="l"/>
              <a:pathLst>
                <a:path h="1883664" w="12953390">
                  <a:moveTo>
                    <a:pt x="0" y="0"/>
                  </a:moveTo>
                  <a:lnTo>
                    <a:pt x="12953390" y="0"/>
                  </a:lnTo>
                  <a:lnTo>
                    <a:pt x="12953390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992" r="0" b="-8399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2953390" cy="1969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Sistemas prontos costumam ser caros e complicados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4380">
            <a:off x="6302216" y="6524054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6309360" y="6775704"/>
            <a:ext cx="1371600" cy="1412748"/>
            <a:chOff x="0" y="0"/>
            <a:chExt cx="1828800" cy="18836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0" cy="1883664"/>
            </a:xfrm>
            <a:custGeom>
              <a:avLst/>
              <a:gdLst/>
              <a:ahLst/>
              <a:cxnLst/>
              <a:rect r="r" b="b" t="t" l="l"/>
              <a:pathLst>
                <a:path h="188366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2152" t="0" r="-8215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828800" cy="1902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-754380" y="5074920"/>
            <a:ext cx="7269480" cy="5623560"/>
            <a:chOff x="0" y="0"/>
            <a:chExt cx="9692640" cy="7498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92640" cy="7498080"/>
            </a:xfrm>
            <a:custGeom>
              <a:avLst/>
              <a:gdLst/>
              <a:ahLst/>
              <a:cxnLst/>
              <a:rect r="r" b="b" t="t" l="l"/>
              <a:pathLst>
                <a:path h="7498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498080"/>
                  </a:lnTo>
                  <a:lnTo>
                    <a:pt x="0" y="7498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253" t="0" r="-4925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692640" cy="75076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000"/>
                </a:lnSpc>
              </a:pPr>
              <a:r>
                <a:rPr lang="en-US" sz="37500" b="true">
                  <a:solidFill>
                    <a:srgbClr val="2245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818120" y="6775704"/>
            <a:ext cx="9715043" cy="1412748"/>
            <a:chOff x="0" y="0"/>
            <a:chExt cx="12953390" cy="18836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953390" cy="1883664"/>
            </a:xfrm>
            <a:custGeom>
              <a:avLst/>
              <a:gdLst/>
              <a:ahLst/>
              <a:cxnLst/>
              <a:rect r="r" b="b" t="t" l="l"/>
              <a:pathLst>
                <a:path h="1883664" w="12953390">
                  <a:moveTo>
                    <a:pt x="0" y="0"/>
                  </a:moveTo>
                  <a:lnTo>
                    <a:pt x="12953390" y="0"/>
                  </a:lnTo>
                  <a:lnTo>
                    <a:pt x="12953390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992" r="0" b="-8399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85725"/>
              <a:ext cx="12953390" cy="19693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Não quer pagar por funções que nunca vai usar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54980" y="0"/>
            <a:ext cx="12732563" cy="10287000"/>
            <a:chOff x="0" y="0"/>
            <a:chExt cx="1697675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767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976725">
                  <a:moveTo>
                    <a:pt x="0" y="0"/>
                  </a:moveTo>
                  <a:lnTo>
                    <a:pt x="16976725" y="0"/>
                  </a:lnTo>
                  <a:lnTo>
                    <a:pt x="169767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9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554980" cy="10287000"/>
            <a:chOff x="0" y="0"/>
            <a:chExt cx="740664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0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754380" y="5074920"/>
            <a:ext cx="7269480" cy="5623560"/>
            <a:chOff x="0" y="0"/>
            <a:chExt cx="9692640" cy="7498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92640" cy="7498080"/>
            </a:xfrm>
            <a:custGeom>
              <a:avLst/>
              <a:gdLst/>
              <a:ahLst/>
              <a:cxnLst/>
              <a:rect r="r" b="b" t="t" l="l"/>
              <a:pathLst>
                <a:path h="7498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498080"/>
                  </a:lnTo>
                  <a:lnTo>
                    <a:pt x="0" y="7498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253" t="0" r="-4925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692640" cy="75076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000"/>
                </a:lnSpc>
              </a:pPr>
              <a:r>
                <a:rPr lang="en-US" sz="37500" b="true">
                  <a:solidFill>
                    <a:srgbClr val="2245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4380" y="891540"/>
            <a:ext cx="4389120" cy="548640"/>
            <a:chOff x="0" y="0"/>
            <a:chExt cx="585216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OPORTUNIDADE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4380" y="1510665"/>
            <a:ext cx="4389120" cy="459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45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Um mercado gigante ainda sem solução simples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4380" y="9642348"/>
            <a:ext cx="3566160" cy="411480"/>
            <a:chOff x="0" y="0"/>
            <a:chExt cx="475488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7548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BAE9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AGROGESTÃO PRO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89120" y="9601200"/>
            <a:ext cx="822960" cy="480060"/>
            <a:chOff x="0" y="0"/>
            <a:chExt cx="10972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BAE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09360" y="1165860"/>
            <a:ext cx="11223803" cy="1851660"/>
            <a:chOff x="0" y="0"/>
            <a:chExt cx="14965070" cy="2468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65069" cy="2468880"/>
            </a:xfrm>
            <a:custGeom>
              <a:avLst/>
              <a:gdLst/>
              <a:ahLst/>
              <a:cxnLst/>
              <a:rect r="r" b="b" t="t" l="l"/>
              <a:pathLst>
                <a:path h="2468880" w="14965069">
                  <a:moveTo>
                    <a:pt x="0" y="0"/>
                  </a:moveTo>
                  <a:lnTo>
                    <a:pt x="14965069" y="0"/>
                  </a:lnTo>
                  <a:lnTo>
                    <a:pt x="14965069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108" r="0" b="-6810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4965070" cy="2478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80"/>
                </a:lnSpc>
              </a:pPr>
              <a:r>
                <a:rPr lang="en-US" sz="99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Milhões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09360" y="2948940"/>
            <a:ext cx="9852203" cy="891540"/>
            <a:chOff x="0" y="0"/>
            <a:chExt cx="13136270" cy="1188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36269" cy="1188720"/>
            </a:xfrm>
            <a:custGeom>
              <a:avLst/>
              <a:gdLst/>
              <a:ahLst/>
              <a:cxnLst/>
              <a:rect r="r" b="b" t="t" l="l"/>
              <a:pathLst>
                <a:path h="1188720" w="13136269">
                  <a:moveTo>
                    <a:pt x="0" y="0"/>
                  </a:moveTo>
                  <a:lnTo>
                    <a:pt x="13136269" y="0"/>
                  </a:lnTo>
                  <a:lnTo>
                    <a:pt x="13136269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324" r="0" b="-16532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13136270" cy="1283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08"/>
                </a:lnSpc>
              </a:pPr>
              <a:r>
                <a:rPr lang="en-US" sz="23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agricultores familiares sustentam a produção de alimentos no Brasil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380">
            <a:off x="6302216" y="4178617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6309360" y="4457700"/>
            <a:ext cx="685800" cy="1261872"/>
            <a:chOff x="0" y="0"/>
            <a:chExt cx="914400" cy="16824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1682496"/>
            </a:xfrm>
            <a:custGeom>
              <a:avLst/>
              <a:gdLst/>
              <a:ahLst/>
              <a:cxnLst/>
              <a:rect r="r" b="b" t="t" l="l"/>
              <a:pathLst>
                <a:path h="16824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6078" t="0" r="-18607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14400" cy="17205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9BAE9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63740" y="4457700"/>
            <a:ext cx="10469423" cy="1261872"/>
            <a:chOff x="0" y="0"/>
            <a:chExt cx="13959230" cy="16824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95923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3959230">
                  <a:moveTo>
                    <a:pt x="0" y="0"/>
                  </a:moveTo>
                  <a:lnTo>
                    <a:pt x="13959230" y="0"/>
                  </a:lnTo>
                  <a:lnTo>
                    <a:pt x="1395923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662" r="0" b="-1116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3959230" cy="1768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Poucos têm controle formal de custos, produção e vendas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380">
            <a:off x="6302216" y="5797106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6309360" y="5993892"/>
            <a:ext cx="685800" cy="1261872"/>
            <a:chOff x="0" y="0"/>
            <a:chExt cx="914400" cy="16824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1682496"/>
            </a:xfrm>
            <a:custGeom>
              <a:avLst/>
              <a:gdLst/>
              <a:ahLst/>
              <a:cxnLst/>
              <a:rect r="r" b="b" t="t" l="l"/>
              <a:pathLst>
                <a:path h="16824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6078" t="0" r="-186078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14400" cy="17205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9BAE9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063740" y="5993892"/>
            <a:ext cx="10469423" cy="1261872"/>
            <a:chOff x="0" y="0"/>
            <a:chExt cx="13959230" cy="16824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95923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3959230">
                  <a:moveTo>
                    <a:pt x="0" y="0"/>
                  </a:moveTo>
                  <a:lnTo>
                    <a:pt x="13959230" y="0"/>
                  </a:lnTo>
                  <a:lnTo>
                    <a:pt x="1395923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662" r="0" b="-11166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13959230" cy="1768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Esse controle é justamente o que abre portas para crédito e financiamento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380">
            <a:off x="6302216" y="7333297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6309360" y="7530084"/>
            <a:ext cx="685800" cy="1261872"/>
            <a:chOff x="0" y="0"/>
            <a:chExt cx="914400" cy="16824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1682496"/>
            </a:xfrm>
            <a:custGeom>
              <a:avLst/>
              <a:gdLst/>
              <a:ahLst/>
              <a:cxnLst/>
              <a:rect r="r" b="b" t="t" l="l"/>
              <a:pathLst>
                <a:path h="16824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6078" t="0" r="-18607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17205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9BAE9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063740" y="7530084"/>
            <a:ext cx="10469423" cy="1261872"/>
            <a:chOff x="0" y="0"/>
            <a:chExt cx="13959230" cy="16824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95923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3959230">
                  <a:moveTo>
                    <a:pt x="0" y="0"/>
                  </a:moveTo>
                  <a:lnTo>
                    <a:pt x="13959230" y="0"/>
                  </a:lnTo>
                  <a:lnTo>
                    <a:pt x="1395923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662" r="0" b="-11166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85725"/>
              <a:ext cx="13959230" cy="1768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Quase nenhuma solução no mercado foi pensada para esse público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54980" y="0"/>
            <a:ext cx="12732563" cy="10287000"/>
            <a:chOff x="0" y="0"/>
            <a:chExt cx="1697675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767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976725">
                  <a:moveTo>
                    <a:pt x="0" y="0"/>
                  </a:moveTo>
                  <a:lnTo>
                    <a:pt x="16976725" y="0"/>
                  </a:lnTo>
                  <a:lnTo>
                    <a:pt x="169767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9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554980" cy="10287000"/>
            <a:chOff x="0" y="0"/>
            <a:chExt cx="740664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0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754380" y="5074920"/>
            <a:ext cx="7269480" cy="5623560"/>
            <a:chOff x="0" y="0"/>
            <a:chExt cx="9692640" cy="7498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92640" cy="7498080"/>
            </a:xfrm>
            <a:custGeom>
              <a:avLst/>
              <a:gdLst/>
              <a:ahLst/>
              <a:cxnLst/>
              <a:rect r="r" b="b" t="t" l="l"/>
              <a:pathLst>
                <a:path h="7498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498080"/>
                  </a:lnTo>
                  <a:lnTo>
                    <a:pt x="0" y="7498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253" t="0" r="-4925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692640" cy="75076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000"/>
                </a:lnSpc>
              </a:pPr>
              <a:r>
                <a:rPr lang="en-US" sz="37500" b="true">
                  <a:solidFill>
                    <a:srgbClr val="2245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4380" y="891540"/>
            <a:ext cx="4389120" cy="548640"/>
            <a:chOff x="0" y="0"/>
            <a:chExt cx="585216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SOLUÇÃO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4380" y="1520190"/>
            <a:ext cx="4389120" cy="458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39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Um aplicativo para o pequeno produtor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4380" y="9642348"/>
            <a:ext cx="3566160" cy="411480"/>
            <a:chOff x="0" y="0"/>
            <a:chExt cx="475488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7548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BAE9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AGROGESTÃO PRO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89120" y="9601200"/>
            <a:ext cx="822960" cy="480060"/>
            <a:chOff x="0" y="0"/>
            <a:chExt cx="10972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BAE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09360" y="1508760"/>
            <a:ext cx="960120" cy="1412748"/>
            <a:chOff x="0" y="0"/>
            <a:chExt cx="1280160" cy="18836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160" cy="1883664"/>
            </a:xfrm>
            <a:custGeom>
              <a:avLst/>
              <a:gdLst/>
              <a:ahLst/>
              <a:cxnLst/>
              <a:rect r="r" b="b" t="t" l="l"/>
              <a:pathLst>
                <a:path h="188366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8789" t="0" r="-138789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280160" cy="1893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475220" y="1508760"/>
            <a:ext cx="10057943" cy="1412748"/>
            <a:chOff x="0" y="0"/>
            <a:chExt cx="13410590" cy="18836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410591" cy="1883664"/>
            </a:xfrm>
            <a:custGeom>
              <a:avLst/>
              <a:gdLst/>
              <a:ahLst/>
              <a:cxnLst/>
              <a:rect r="r" b="b" t="t" l="l"/>
              <a:pathLst>
                <a:path h="1883664" w="13410591">
                  <a:moveTo>
                    <a:pt x="0" y="0"/>
                  </a:moveTo>
                  <a:lnTo>
                    <a:pt x="13410591" y="0"/>
                  </a:lnTo>
                  <a:lnTo>
                    <a:pt x="13410591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722" r="0" b="-8872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13410590" cy="1978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9"/>
                </a:lnSpc>
              </a:pPr>
              <a:r>
                <a:rPr lang="en-US" sz="25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Feito para pequenos produtores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380">
            <a:off x="6302216" y="3012758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6309360" y="3264408"/>
            <a:ext cx="960120" cy="1412748"/>
            <a:chOff x="0" y="0"/>
            <a:chExt cx="1280160" cy="18836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0" cy="1883664"/>
            </a:xfrm>
            <a:custGeom>
              <a:avLst/>
              <a:gdLst/>
              <a:ahLst/>
              <a:cxnLst/>
              <a:rect r="r" b="b" t="t" l="l"/>
              <a:pathLst>
                <a:path h="188366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8789" t="0" r="-13878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280160" cy="1893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75220" y="3264408"/>
            <a:ext cx="10057943" cy="1412748"/>
            <a:chOff x="0" y="0"/>
            <a:chExt cx="13410590" cy="18836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0591" cy="1883664"/>
            </a:xfrm>
            <a:custGeom>
              <a:avLst/>
              <a:gdLst/>
              <a:ahLst/>
              <a:cxnLst/>
              <a:rect r="r" b="b" t="t" l="l"/>
              <a:pathLst>
                <a:path h="1883664" w="13410591">
                  <a:moveTo>
                    <a:pt x="0" y="0"/>
                  </a:moveTo>
                  <a:lnTo>
                    <a:pt x="13410591" y="0"/>
                  </a:lnTo>
                  <a:lnTo>
                    <a:pt x="13410591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722" r="0" b="-8872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13410590" cy="1978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9"/>
                </a:lnSpc>
              </a:pPr>
              <a:r>
                <a:rPr lang="en-US" sz="25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Fácil para pessoas mais velhas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380">
            <a:off x="6302216" y="4768406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6309360" y="5020056"/>
            <a:ext cx="960120" cy="1412748"/>
            <a:chOff x="0" y="0"/>
            <a:chExt cx="1280160" cy="18836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0160" cy="1883664"/>
            </a:xfrm>
            <a:custGeom>
              <a:avLst/>
              <a:gdLst/>
              <a:ahLst/>
              <a:cxnLst/>
              <a:rect r="r" b="b" t="t" l="l"/>
              <a:pathLst>
                <a:path h="188366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8789" t="0" r="-13878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280160" cy="1893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475220" y="5020056"/>
            <a:ext cx="10057943" cy="1412748"/>
            <a:chOff x="0" y="0"/>
            <a:chExt cx="13410590" cy="18836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10591" cy="1883664"/>
            </a:xfrm>
            <a:custGeom>
              <a:avLst/>
              <a:gdLst/>
              <a:ahLst/>
              <a:cxnLst/>
              <a:rect r="r" b="b" t="t" l="l"/>
              <a:pathLst>
                <a:path h="1883664" w="13410591">
                  <a:moveTo>
                    <a:pt x="0" y="0"/>
                  </a:moveTo>
                  <a:lnTo>
                    <a:pt x="13410591" y="0"/>
                  </a:lnTo>
                  <a:lnTo>
                    <a:pt x="13410591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722" r="0" b="-8872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13410590" cy="1978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9"/>
                </a:lnSpc>
              </a:pPr>
              <a:r>
                <a:rPr lang="en-US" sz="25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Botões grandes, linguagem simples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380">
            <a:off x="6302216" y="6524054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6309360" y="6775704"/>
            <a:ext cx="960120" cy="1412748"/>
            <a:chOff x="0" y="0"/>
            <a:chExt cx="1280160" cy="18836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1883664"/>
            </a:xfrm>
            <a:custGeom>
              <a:avLst/>
              <a:gdLst/>
              <a:ahLst/>
              <a:cxnLst/>
              <a:rect r="r" b="b" t="t" l="l"/>
              <a:pathLst>
                <a:path h="188366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8789" t="0" r="-13878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280160" cy="1893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475220" y="6775704"/>
            <a:ext cx="10057943" cy="1412748"/>
            <a:chOff x="0" y="0"/>
            <a:chExt cx="13410590" cy="18836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410591" cy="1883664"/>
            </a:xfrm>
            <a:custGeom>
              <a:avLst/>
              <a:gdLst/>
              <a:ahLst/>
              <a:cxnLst/>
              <a:rect r="r" b="b" t="t" l="l"/>
              <a:pathLst>
                <a:path h="1883664" w="13410591">
                  <a:moveTo>
                    <a:pt x="0" y="0"/>
                  </a:moveTo>
                  <a:lnTo>
                    <a:pt x="13410591" y="0"/>
                  </a:lnTo>
                  <a:lnTo>
                    <a:pt x="13410591" y="1883664"/>
                  </a:lnTo>
                  <a:lnTo>
                    <a:pt x="0" y="188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722" r="0" b="-8872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0"/>
              <a:ext cx="13410590" cy="1978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9"/>
                </a:lnSpc>
              </a:pPr>
              <a:r>
                <a:rPr lang="en-US" sz="25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Funciona mesmo sem internet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54980" y="0"/>
            <a:ext cx="12732563" cy="10287000"/>
            <a:chOff x="0" y="0"/>
            <a:chExt cx="1697675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767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976725">
                  <a:moveTo>
                    <a:pt x="0" y="0"/>
                  </a:moveTo>
                  <a:lnTo>
                    <a:pt x="16976725" y="0"/>
                  </a:lnTo>
                  <a:lnTo>
                    <a:pt x="169767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9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554980" cy="10287000"/>
            <a:chOff x="0" y="0"/>
            <a:chExt cx="740664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0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754380" y="5074920"/>
            <a:ext cx="7269480" cy="5623560"/>
            <a:chOff x="0" y="0"/>
            <a:chExt cx="9692640" cy="7498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92640" cy="7498080"/>
            </a:xfrm>
            <a:custGeom>
              <a:avLst/>
              <a:gdLst/>
              <a:ahLst/>
              <a:cxnLst/>
              <a:rect r="r" b="b" t="t" l="l"/>
              <a:pathLst>
                <a:path h="7498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498080"/>
                  </a:lnTo>
                  <a:lnTo>
                    <a:pt x="0" y="7498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253" t="0" r="-4925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692640" cy="75076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000"/>
                </a:lnSpc>
              </a:pPr>
              <a:r>
                <a:rPr lang="en-US" sz="37500" b="true">
                  <a:solidFill>
                    <a:srgbClr val="2245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4380" y="891540"/>
            <a:ext cx="4389120" cy="548640"/>
            <a:chOff x="0" y="0"/>
            <a:chExt cx="585216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PROPOSTA DE VALOR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4380" y="1520190"/>
            <a:ext cx="4389120" cy="458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0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O que o AgroGestão Pro entrega e ninguém mais entrega assim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4380" y="9642348"/>
            <a:ext cx="3566160" cy="411480"/>
            <a:chOff x="0" y="0"/>
            <a:chExt cx="475488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7548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BAE9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AGROGESTÃO PRO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89120" y="9601200"/>
            <a:ext cx="822960" cy="480060"/>
            <a:chOff x="0" y="0"/>
            <a:chExt cx="10972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BAE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09360" y="1645920"/>
            <a:ext cx="2394471" cy="1234440"/>
            <a:chOff x="0" y="0"/>
            <a:chExt cx="3192628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92628" cy="1645920"/>
            </a:xfrm>
            <a:custGeom>
              <a:avLst/>
              <a:gdLst/>
              <a:ahLst/>
              <a:cxnLst/>
              <a:rect r="r" b="b" t="t" l="l"/>
              <a:pathLst>
                <a:path h="1645920" w="3192628">
                  <a:moveTo>
                    <a:pt x="0" y="0"/>
                  </a:moveTo>
                  <a:lnTo>
                    <a:pt x="3192628" y="0"/>
                  </a:lnTo>
                  <a:lnTo>
                    <a:pt x="3192628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145" t="0" r="-16145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192628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09360" y="3086100"/>
            <a:ext cx="2325891" cy="3566160"/>
            <a:chOff x="0" y="0"/>
            <a:chExt cx="3101188" cy="4754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01188" cy="4754880"/>
            </a:xfrm>
            <a:custGeom>
              <a:avLst/>
              <a:gdLst/>
              <a:ahLst/>
              <a:cxnLst/>
              <a:rect r="r" b="b" t="t" l="l"/>
              <a:pathLst>
                <a:path h="4754880" w="3101188">
                  <a:moveTo>
                    <a:pt x="0" y="0"/>
                  </a:moveTo>
                  <a:lnTo>
                    <a:pt x="3101188" y="0"/>
                  </a:lnTo>
                  <a:lnTo>
                    <a:pt x="3101188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6720" t="0" r="-14672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3101188" cy="4840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do dia em menos de um minuto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15311" y="1645920"/>
            <a:ext cx="2394471" cy="1234440"/>
            <a:chOff x="0" y="0"/>
            <a:chExt cx="3192628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92628" cy="1645920"/>
            </a:xfrm>
            <a:custGeom>
              <a:avLst/>
              <a:gdLst/>
              <a:ahLst/>
              <a:cxnLst/>
              <a:rect r="r" b="b" t="t" l="l"/>
              <a:pathLst>
                <a:path h="1645920" w="3192628">
                  <a:moveTo>
                    <a:pt x="0" y="0"/>
                  </a:moveTo>
                  <a:lnTo>
                    <a:pt x="3192628" y="0"/>
                  </a:lnTo>
                  <a:lnTo>
                    <a:pt x="3192628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145" t="0" r="-1614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192628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15311" y="3086100"/>
            <a:ext cx="2325891" cy="3566160"/>
            <a:chOff x="0" y="0"/>
            <a:chExt cx="3101188" cy="4754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01188" cy="4754880"/>
            </a:xfrm>
            <a:custGeom>
              <a:avLst/>
              <a:gdLst/>
              <a:ahLst/>
              <a:cxnLst/>
              <a:rect r="r" b="b" t="t" l="l"/>
              <a:pathLst>
                <a:path h="4754880" w="3101188">
                  <a:moveTo>
                    <a:pt x="0" y="0"/>
                  </a:moveTo>
                  <a:lnTo>
                    <a:pt x="3101188" y="0"/>
                  </a:lnTo>
                  <a:lnTo>
                    <a:pt x="3101188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6720" t="0" r="-14672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3101188" cy="4840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Preço acessível, sem funções que o produtor não usa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5392980">
            <a:off x="5442223" y="5138738"/>
            <a:ext cx="7009467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1921261" y="1645920"/>
            <a:ext cx="2394471" cy="1234440"/>
            <a:chOff x="0" y="0"/>
            <a:chExt cx="3192628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92628" cy="1645920"/>
            </a:xfrm>
            <a:custGeom>
              <a:avLst/>
              <a:gdLst/>
              <a:ahLst/>
              <a:cxnLst/>
              <a:rect r="r" b="b" t="t" l="l"/>
              <a:pathLst>
                <a:path h="1645920" w="3192628">
                  <a:moveTo>
                    <a:pt x="0" y="0"/>
                  </a:moveTo>
                  <a:lnTo>
                    <a:pt x="3192628" y="0"/>
                  </a:lnTo>
                  <a:lnTo>
                    <a:pt x="3192628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145" t="0" r="-1614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192628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21261" y="3086100"/>
            <a:ext cx="2325891" cy="3566160"/>
            <a:chOff x="0" y="0"/>
            <a:chExt cx="3101188" cy="4754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01188" cy="4754880"/>
            </a:xfrm>
            <a:custGeom>
              <a:avLst/>
              <a:gdLst/>
              <a:ahLst/>
              <a:cxnLst/>
              <a:rect r="r" b="b" t="t" l="l"/>
              <a:pathLst>
                <a:path h="4754880" w="3101188">
                  <a:moveTo>
                    <a:pt x="0" y="0"/>
                  </a:moveTo>
                  <a:lnTo>
                    <a:pt x="3101188" y="0"/>
                  </a:lnTo>
                  <a:lnTo>
                    <a:pt x="3101188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6720" t="0" r="-14672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3101188" cy="4840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Funciona sem internet e sincroniza depois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5392980">
            <a:off x="8248174" y="5138738"/>
            <a:ext cx="7009467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4727212" y="1645920"/>
            <a:ext cx="2394471" cy="1234440"/>
            <a:chOff x="0" y="0"/>
            <a:chExt cx="3192628" cy="16459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92628" cy="1645920"/>
            </a:xfrm>
            <a:custGeom>
              <a:avLst/>
              <a:gdLst/>
              <a:ahLst/>
              <a:cxnLst/>
              <a:rect r="r" b="b" t="t" l="l"/>
              <a:pathLst>
                <a:path h="1645920" w="3192628">
                  <a:moveTo>
                    <a:pt x="0" y="0"/>
                  </a:moveTo>
                  <a:lnTo>
                    <a:pt x="3192628" y="0"/>
                  </a:lnTo>
                  <a:lnTo>
                    <a:pt x="3192628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145" t="0" r="-16145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192628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727212" y="3086100"/>
            <a:ext cx="2325891" cy="3566160"/>
            <a:chOff x="0" y="0"/>
            <a:chExt cx="3101188" cy="47548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101188" cy="4754880"/>
            </a:xfrm>
            <a:custGeom>
              <a:avLst/>
              <a:gdLst/>
              <a:ahLst/>
              <a:cxnLst/>
              <a:rect r="r" b="b" t="t" l="l"/>
              <a:pathLst>
                <a:path h="4754880" w="3101188">
                  <a:moveTo>
                    <a:pt x="0" y="0"/>
                  </a:moveTo>
                  <a:lnTo>
                    <a:pt x="3101188" y="0"/>
                  </a:lnTo>
                  <a:lnTo>
                    <a:pt x="3101188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6720" t="0" r="-14672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3101188" cy="4840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Cresce com o produtor, do Essencial ao Pro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 rot="5392980">
            <a:off x="11054124" y="5138738"/>
            <a:ext cx="7009467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54980" y="0"/>
            <a:ext cx="12732563" cy="10287000"/>
            <a:chOff x="0" y="0"/>
            <a:chExt cx="1697675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767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976725">
                  <a:moveTo>
                    <a:pt x="0" y="0"/>
                  </a:moveTo>
                  <a:lnTo>
                    <a:pt x="16976725" y="0"/>
                  </a:lnTo>
                  <a:lnTo>
                    <a:pt x="169767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9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554980" cy="10287000"/>
            <a:chOff x="0" y="0"/>
            <a:chExt cx="740664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0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754380" y="5074920"/>
            <a:ext cx="7269480" cy="5623560"/>
            <a:chOff x="0" y="0"/>
            <a:chExt cx="9692640" cy="7498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92640" cy="7498080"/>
            </a:xfrm>
            <a:custGeom>
              <a:avLst/>
              <a:gdLst/>
              <a:ahLst/>
              <a:cxnLst/>
              <a:rect r="r" b="b" t="t" l="l"/>
              <a:pathLst>
                <a:path h="7498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498080"/>
                  </a:lnTo>
                  <a:lnTo>
                    <a:pt x="0" y="7498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253" t="0" r="-4925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692640" cy="75076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000"/>
                </a:lnSpc>
              </a:pPr>
              <a:r>
                <a:rPr lang="en-US" sz="37500" b="true">
                  <a:solidFill>
                    <a:srgbClr val="2245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4380" y="891540"/>
            <a:ext cx="4389120" cy="548640"/>
            <a:chOff x="0" y="0"/>
            <a:chExt cx="585216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FUNCIONALIDADE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4380" y="1510665"/>
            <a:ext cx="4389120" cy="459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6"/>
              </a:lnSpc>
            </a:pPr>
            <a:r>
              <a:rPr lang="en-US" sz="435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Tudo em cerca de um minuto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4380" y="9642348"/>
            <a:ext cx="3566160" cy="411480"/>
            <a:chOff x="0" y="0"/>
            <a:chExt cx="475488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7548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BAE9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AGROGESTÃO PRO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89120" y="9601200"/>
            <a:ext cx="822960" cy="480060"/>
            <a:chOff x="0" y="0"/>
            <a:chExt cx="10972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BAE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09360" y="1303020"/>
            <a:ext cx="11223803" cy="548640"/>
            <a:chOff x="0" y="0"/>
            <a:chExt cx="1496507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65069" cy="731520"/>
            </a:xfrm>
            <a:custGeom>
              <a:avLst/>
              <a:gdLst/>
              <a:ahLst/>
              <a:cxnLst/>
              <a:rect r="r" b="b" t="t" l="l"/>
              <a:pathLst>
                <a:path h="731520" w="14965069">
                  <a:moveTo>
                    <a:pt x="0" y="0"/>
                  </a:moveTo>
                  <a:lnTo>
                    <a:pt x="14965069" y="0"/>
                  </a:lnTo>
                  <a:lnTo>
                    <a:pt x="1496506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615" r="0" b="-3486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6507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68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Uma informação atualiza tudo sozinha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7260">
            <a:off x="7422204" y="3657410"/>
            <a:ext cx="8998115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6745938" y="3223260"/>
            <a:ext cx="1371600" cy="891540"/>
            <a:chOff x="0" y="0"/>
            <a:chExt cx="1828800" cy="1188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FBF9F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828800" cy="1188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46520" y="4389120"/>
            <a:ext cx="1970437" cy="1508760"/>
            <a:chOff x="0" y="0"/>
            <a:chExt cx="2627249" cy="2011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27254" cy="2011680"/>
            </a:xfrm>
            <a:custGeom>
              <a:avLst/>
              <a:gdLst/>
              <a:ahLst/>
              <a:cxnLst/>
              <a:rect r="r" b="b" t="t" l="l"/>
              <a:pathLst>
                <a:path h="2011680" w="2627254">
                  <a:moveTo>
                    <a:pt x="0" y="0"/>
                  </a:moveTo>
                  <a:lnTo>
                    <a:pt x="2627254" y="0"/>
                  </a:lnTo>
                  <a:lnTo>
                    <a:pt x="262725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241" t="0" r="-4824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2627249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18"/>
                </a:lnSpc>
              </a:pPr>
              <a:r>
                <a:rPr lang="en-US" sz="17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Toca em 'Registrar meu dia'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990705" y="3223260"/>
            <a:ext cx="1371600" cy="891540"/>
            <a:chOff x="0" y="0"/>
            <a:chExt cx="1828800" cy="1188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28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FBF9F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828800" cy="1188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691277" y="4389120"/>
            <a:ext cx="1970437" cy="1508760"/>
            <a:chOff x="0" y="0"/>
            <a:chExt cx="2627249" cy="2011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27254" cy="2011680"/>
            </a:xfrm>
            <a:custGeom>
              <a:avLst/>
              <a:gdLst/>
              <a:ahLst/>
              <a:cxnLst/>
              <a:rect r="r" b="b" t="t" l="l"/>
              <a:pathLst>
                <a:path h="2011680" w="2627254">
                  <a:moveTo>
                    <a:pt x="0" y="0"/>
                  </a:moveTo>
                  <a:lnTo>
                    <a:pt x="2627254" y="0"/>
                  </a:lnTo>
                  <a:lnTo>
                    <a:pt x="262725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241" t="0" r="-4824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2627249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18"/>
                </a:lnSpc>
              </a:pPr>
              <a:r>
                <a:rPr lang="en-US" sz="17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Diz o que plantou, colheu, comprou ou vendeu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35461" y="3223260"/>
            <a:ext cx="1371600" cy="891540"/>
            <a:chOff x="0" y="0"/>
            <a:chExt cx="1828800" cy="1188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28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FBF9F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828800" cy="1188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936043" y="4389120"/>
            <a:ext cx="1970437" cy="1508760"/>
            <a:chOff x="0" y="0"/>
            <a:chExt cx="2627249" cy="2011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27254" cy="2011680"/>
            </a:xfrm>
            <a:custGeom>
              <a:avLst/>
              <a:gdLst/>
              <a:ahLst/>
              <a:cxnLst/>
              <a:rect r="r" b="b" t="t" l="l"/>
              <a:pathLst>
                <a:path h="2011680" w="2627254">
                  <a:moveTo>
                    <a:pt x="0" y="0"/>
                  </a:moveTo>
                  <a:lnTo>
                    <a:pt x="2627254" y="0"/>
                  </a:lnTo>
                  <a:lnTo>
                    <a:pt x="262725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241" t="0" r="-4824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2627249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18"/>
                </a:lnSpc>
              </a:pPr>
              <a:r>
                <a:rPr lang="en-US" sz="17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Confirma os valores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480218" y="3223260"/>
            <a:ext cx="1371600" cy="891540"/>
            <a:chOff x="0" y="0"/>
            <a:chExt cx="1828800" cy="1188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28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FBF9F5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828800" cy="1188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80800" y="4389120"/>
            <a:ext cx="1970437" cy="1508760"/>
            <a:chOff x="0" y="0"/>
            <a:chExt cx="2627249" cy="20116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27254" cy="2011680"/>
            </a:xfrm>
            <a:custGeom>
              <a:avLst/>
              <a:gdLst/>
              <a:ahLst/>
              <a:cxnLst/>
              <a:rect r="r" b="b" t="t" l="l"/>
              <a:pathLst>
                <a:path h="2011680" w="2627254">
                  <a:moveTo>
                    <a:pt x="0" y="0"/>
                  </a:moveTo>
                  <a:lnTo>
                    <a:pt x="2627254" y="0"/>
                  </a:lnTo>
                  <a:lnTo>
                    <a:pt x="262725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241" t="0" r="-4824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2627249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18"/>
                </a:lnSpc>
              </a:pPr>
              <a:r>
                <a:rPr lang="en-US" sz="17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organiza tudo sozinho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724984" y="3223260"/>
            <a:ext cx="1371600" cy="891540"/>
            <a:chOff x="0" y="0"/>
            <a:chExt cx="1828800" cy="1188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28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FBF9F5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828800" cy="1188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425566" y="4389120"/>
            <a:ext cx="1970437" cy="1508760"/>
            <a:chOff x="0" y="0"/>
            <a:chExt cx="2627249" cy="2011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27254" cy="2011680"/>
            </a:xfrm>
            <a:custGeom>
              <a:avLst/>
              <a:gdLst/>
              <a:ahLst/>
              <a:cxnLst/>
              <a:rect r="r" b="b" t="t" l="l"/>
              <a:pathLst>
                <a:path h="2011680" w="2627254">
                  <a:moveTo>
                    <a:pt x="0" y="0"/>
                  </a:moveTo>
                  <a:lnTo>
                    <a:pt x="2627254" y="0"/>
                  </a:lnTo>
                  <a:lnTo>
                    <a:pt x="262725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241" t="0" r="-4824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2627249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18"/>
                </a:lnSpc>
              </a:pPr>
              <a:r>
                <a:rPr lang="en-US" sz="17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Resumo fácil aparece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4380">
            <a:off x="6302216" y="7058978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6309360" y="7406640"/>
            <a:ext cx="11223803" cy="754380"/>
            <a:chOff x="0" y="0"/>
            <a:chExt cx="14965070" cy="1005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965069" cy="1005840"/>
            </a:xfrm>
            <a:custGeom>
              <a:avLst/>
              <a:gdLst/>
              <a:ahLst/>
              <a:cxnLst/>
              <a:rect r="r" b="b" t="t" l="l"/>
              <a:pathLst>
                <a:path h="1005840" w="14965069">
                  <a:moveTo>
                    <a:pt x="0" y="0"/>
                  </a:moveTo>
                  <a:lnTo>
                    <a:pt x="14965069" y="0"/>
                  </a:lnTo>
                  <a:lnTo>
                    <a:pt x="1496506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901" r="0" b="-23990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496507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i="true">
                  <a:solidFill>
                    <a:srgbClr val="16302A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Uma única resposta atualiza tarefas, produção, receitas, despesas e histórico.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rot="4380">
            <a:off x="6302216" y="8224838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54980" y="0"/>
            <a:ext cx="12732563" cy="10287000"/>
            <a:chOff x="0" y="0"/>
            <a:chExt cx="1697675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767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976725">
                  <a:moveTo>
                    <a:pt x="0" y="0"/>
                  </a:moveTo>
                  <a:lnTo>
                    <a:pt x="16976725" y="0"/>
                  </a:lnTo>
                  <a:lnTo>
                    <a:pt x="169767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9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554980" cy="10287000"/>
            <a:chOff x="0" y="0"/>
            <a:chExt cx="740664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0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754380" y="5074920"/>
            <a:ext cx="7269480" cy="5623560"/>
            <a:chOff x="0" y="0"/>
            <a:chExt cx="9692640" cy="7498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92640" cy="7498080"/>
            </a:xfrm>
            <a:custGeom>
              <a:avLst/>
              <a:gdLst/>
              <a:ahLst/>
              <a:cxnLst/>
              <a:rect r="r" b="b" t="t" l="l"/>
              <a:pathLst>
                <a:path h="7498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498080"/>
                  </a:lnTo>
                  <a:lnTo>
                    <a:pt x="0" y="7498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253" t="0" r="-4925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692640" cy="75076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000"/>
                </a:lnSpc>
              </a:pPr>
              <a:r>
                <a:rPr lang="en-US" sz="37500" b="true">
                  <a:solidFill>
                    <a:srgbClr val="2245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07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4380" y="891540"/>
            <a:ext cx="4389120" cy="548640"/>
            <a:chOff x="0" y="0"/>
            <a:chExt cx="585216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COMPARATIVO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4380" y="1510665"/>
            <a:ext cx="4389120" cy="459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45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AgroGestão Pro e outras opções do mercado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4380" y="9642348"/>
            <a:ext cx="3566160" cy="411480"/>
            <a:chOff x="0" y="0"/>
            <a:chExt cx="475488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7548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BAE9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AGROGESTÃO PRO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89120" y="9601200"/>
            <a:ext cx="822960" cy="480060"/>
            <a:chOff x="0" y="0"/>
            <a:chExt cx="10972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BAE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09360" y="1371600"/>
            <a:ext cx="3367145" cy="548640"/>
            <a:chOff x="0" y="0"/>
            <a:chExt cx="4489526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89522" cy="731520"/>
            </a:xfrm>
            <a:custGeom>
              <a:avLst/>
              <a:gdLst/>
              <a:ahLst/>
              <a:cxnLst/>
              <a:rect r="r" b="b" t="t" l="l"/>
              <a:pathLst>
                <a:path h="731520" w="4489522">
                  <a:moveTo>
                    <a:pt x="0" y="0"/>
                  </a:moveTo>
                  <a:lnTo>
                    <a:pt x="4489522" y="0"/>
                  </a:lnTo>
                  <a:lnTo>
                    <a:pt x="448952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84" r="0" b="-6958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48952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50">
                  <a:solidFill>
                    <a:srgbClr val="6B72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Solução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76505" y="1371600"/>
            <a:ext cx="3591620" cy="548640"/>
            <a:chOff x="0" y="0"/>
            <a:chExt cx="4788827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88822" cy="731520"/>
            </a:xfrm>
            <a:custGeom>
              <a:avLst/>
              <a:gdLst/>
              <a:ahLst/>
              <a:cxnLst/>
              <a:rect r="r" b="b" t="t" l="l"/>
              <a:pathLst>
                <a:path h="731520" w="4788822">
                  <a:moveTo>
                    <a:pt x="0" y="0"/>
                  </a:moveTo>
                  <a:lnTo>
                    <a:pt x="4788822" y="0"/>
                  </a:lnTo>
                  <a:lnTo>
                    <a:pt x="478882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556" r="0" b="-7755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788827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50">
                  <a:solidFill>
                    <a:srgbClr val="6B72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Público-alvo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68115" y="1371600"/>
            <a:ext cx="2020281" cy="548640"/>
            <a:chOff x="0" y="0"/>
            <a:chExt cx="2693708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93712" cy="731520"/>
            </a:xfrm>
            <a:custGeom>
              <a:avLst/>
              <a:gdLst/>
              <a:ahLst/>
              <a:cxnLst/>
              <a:rect r="r" b="b" t="t" l="l"/>
              <a:pathLst>
                <a:path h="731520" w="2693712">
                  <a:moveTo>
                    <a:pt x="0" y="0"/>
                  </a:moveTo>
                  <a:lnTo>
                    <a:pt x="2693712" y="0"/>
                  </a:lnTo>
                  <a:lnTo>
                    <a:pt x="2693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50" r="0" b="-217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6937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50">
                  <a:solidFill>
                    <a:srgbClr val="6B72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Adequação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288406" y="1371600"/>
            <a:ext cx="2244757" cy="548640"/>
            <a:chOff x="0" y="0"/>
            <a:chExt cx="2993009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93014" cy="731520"/>
            </a:xfrm>
            <a:custGeom>
              <a:avLst/>
              <a:gdLst/>
              <a:ahLst/>
              <a:cxnLst/>
              <a:rect r="r" b="b" t="t" l="l"/>
              <a:pathLst>
                <a:path h="731520" w="2993014">
                  <a:moveTo>
                    <a:pt x="0" y="0"/>
                  </a:moveTo>
                  <a:lnTo>
                    <a:pt x="2993014" y="0"/>
                  </a:lnTo>
                  <a:lnTo>
                    <a:pt x="299301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22" r="0" b="-2972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993009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50">
                  <a:solidFill>
                    <a:srgbClr val="6B72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Foco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8760">
            <a:off x="6295053" y="1979295"/>
            <a:ext cx="11252416" cy="0"/>
          </a:xfrm>
          <a:prstGeom prst="line">
            <a:avLst/>
          </a:prstGeom>
          <a:ln cap="rnd" w="19050">
            <a:solidFill>
              <a:srgbClr val="16302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6556248" y="2263140"/>
            <a:ext cx="3120257" cy="822960"/>
            <a:chOff x="0" y="0"/>
            <a:chExt cx="4160342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60338" cy="1097280"/>
            </a:xfrm>
            <a:custGeom>
              <a:avLst/>
              <a:gdLst/>
              <a:ahLst/>
              <a:cxnLst/>
              <a:rect r="r" b="b" t="t" l="l"/>
              <a:pathLst>
                <a:path h="1097280" w="4160338">
                  <a:moveTo>
                    <a:pt x="0" y="0"/>
                  </a:moveTo>
                  <a:lnTo>
                    <a:pt x="4160338" y="0"/>
                  </a:lnTo>
                  <a:lnTo>
                    <a:pt x="416033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77" r="0" b="-2387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160342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AgroGestão Pro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76505" y="2263140"/>
            <a:ext cx="3591620" cy="822960"/>
            <a:chOff x="0" y="0"/>
            <a:chExt cx="4788827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8882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88822">
                  <a:moveTo>
                    <a:pt x="0" y="0"/>
                  </a:moveTo>
                  <a:lnTo>
                    <a:pt x="4788822" y="0"/>
                  </a:lnTo>
                  <a:lnTo>
                    <a:pt x="478882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37" r="0" b="-350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788827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Agricultores familiares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268115" y="2263140"/>
            <a:ext cx="2020281" cy="822960"/>
            <a:chOff x="0" y="0"/>
            <a:chExt cx="2693708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937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93712">
                  <a:moveTo>
                    <a:pt x="0" y="0"/>
                  </a:moveTo>
                  <a:lnTo>
                    <a:pt x="2693712" y="0"/>
                  </a:lnTo>
                  <a:lnTo>
                    <a:pt x="26937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4" t="0" r="-226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693708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Alta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288406" y="2263140"/>
            <a:ext cx="2244757" cy="822960"/>
            <a:chOff x="0" y="0"/>
            <a:chExt cx="2993009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9301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93014">
                  <a:moveTo>
                    <a:pt x="0" y="0"/>
                  </a:moveTo>
                  <a:lnTo>
                    <a:pt x="2993014" y="0"/>
                  </a:lnTo>
                  <a:lnTo>
                    <a:pt x="299301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8" r="0" b="-314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993009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Registro simples + offline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281928" y="2688336"/>
            <a:ext cx="137160" cy="137160"/>
            <a:chOff x="0" y="0"/>
            <a:chExt cx="182880" cy="182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A8532E"/>
            </a:solidFill>
          </p:spPr>
        </p:sp>
      </p:grpSp>
      <p:sp>
        <p:nvSpPr>
          <p:cNvPr name="AutoShape 46" id="46"/>
          <p:cNvSpPr/>
          <p:nvPr/>
        </p:nvSpPr>
        <p:spPr>
          <a:xfrm rot="4380">
            <a:off x="6302216" y="3108770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6309360" y="3250692"/>
            <a:ext cx="3367145" cy="822960"/>
            <a:chOff x="0" y="0"/>
            <a:chExt cx="4489526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8952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489522">
                  <a:moveTo>
                    <a:pt x="0" y="0"/>
                  </a:moveTo>
                  <a:lnTo>
                    <a:pt x="4489522" y="0"/>
                  </a:lnTo>
                  <a:lnTo>
                    <a:pt x="448952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23" r="0" b="-2972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489526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20261F"/>
                  </a:solidFill>
                  <a:latin typeface="Cambria"/>
                  <a:ea typeface="Cambria"/>
                  <a:cs typeface="Cambria"/>
                  <a:sym typeface="Cambria"/>
                </a:rPr>
                <a:t>Aegro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76505" y="3250692"/>
            <a:ext cx="3591620" cy="822960"/>
            <a:chOff x="0" y="0"/>
            <a:chExt cx="4788827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8882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88822">
                  <a:moveTo>
                    <a:pt x="0" y="0"/>
                  </a:moveTo>
                  <a:lnTo>
                    <a:pt x="4788822" y="0"/>
                  </a:lnTo>
                  <a:lnTo>
                    <a:pt x="478882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37" r="0" b="-350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788827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Grandes produtores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268115" y="3250692"/>
            <a:ext cx="2020281" cy="822960"/>
            <a:chOff x="0" y="0"/>
            <a:chExt cx="2693708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937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93712">
                  <a:moveTo>
                    <a:pt x="0" y="0"/>
                  </a:moveTo>
                  <a:lnTo>
                    <a:pt x="2693712" y="0"/>
                  </a:lnTo>
                  <a:lnTo>
                    <a:pt x="26937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4" t="0" r="-2264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693708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Média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288406" y="3250692"/>
            <a:ext cx="2244757" cy="822960"/>
            <a:chOff x="0" y="0"/>
            <a:chExt cx="2993009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9301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93014">
                  <a:moveTo>
                    <a:pt x="0" y="0"/>
                  </a:moveTo>
                  <a:lnTo>
                    <a:pt x="2993014" y="0"/>
                  </a:lnTo>
                  <a:lnTo>
                    <a:pt x="299301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8" r="0" b="-314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993009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Gestão completa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4380">
            <a:off x="6302216" y="4096322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0" id="60"/>
          <p:cNvGrpSpPr/>
          <p:nvPr/>
        </p:nvGrpSpPr>
        <p:grpSpPr>
          <a:xfrm rot="0">
            <a:off x="6309360" y="4238244"/>
            <a:ext cx="3367145" cy="822960"/>
            <a:chOff x="0" y="0"/>
            <a:chExt cx="4489526" cy="1097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8952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489522">
                  <a:moveTo>
                    <a:pt x="0" y="0"/>
                  </a:moveTo>
                  <a:lnTo>
                    <a:pt x="4489522" y="0"/>
                  </a:lnTo>
                  <a:lnTo>
                    <a:pt x="448952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23" r="0" b="-2972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489526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20261F"/>
                  </a:solidFill>
                  <a:latin typeface="Cambria"/>
                  <a:ea typeface="Cambria"/>
                  <a:cs typeface="Cambria"/>
                  <a:sym typeface="Cambria"/>
                </a:rPr>
                <a:t>MyFarm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76505" y="4238244"/>
            <a:ext cx="3591620" cy="822960"/>
            <a:chOff x="0" y="0"/>
            <a:chExt cx="4788827" cy="1097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78882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88822">
                  <a:moveTo>
                    <a:pt x="0" y="0"/>
                  </a:moveTo>
                  <a:lnTo>
                    <a:pt x="4788822" y="0"/>
                  </a:lnTo>
                  <a:lnTo>
                    <a:pt x="478882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37" r="0" b="-3503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4788827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Operações complexas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268115" y="4238244"/>
            <a:ext cx="2020281" cy="822960"/>
            <a:chOff x="0" y="0"/>
            <a:chExt cx="2693708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6937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93712">
                  <a:moveTo>
                    <a:pt x="0" y="0"/>
                  </a:moveTo>
                  <a:lnTo>
                    <a:pt x="2693712" y="0"/>
                  </a:lnTo>
                  <a:lnTo>
                    <a:pt x="26937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4" t="0" r="-2264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693708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Média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5288406" y="4238244"/>
            <a:ext cx="2244757" cy="822960"/>
            <a:chOff x="0" y="0"/>
            <a:chExt cx="2993009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9301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93014">
                  <a:moveTo>
                    <a:pt x="0" y="0"/>
                  </a:moveTo>
                  <a:lnTo>
                    <a:pt x="2993014" y="0"/>
                  </a:lnTo>
                  <a:lnTo>
                    <a:pt x="299301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8" r="0" b="-314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2993009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Múltiplos módulos</a:t>
              </a:r>
            </a:p>
          </p:txBody>
        </p:sp>
      </p:grpSp>
      <p:sp>
        <p:nvSpPr>
          <p:cNvPr name="AutoShape 72" id="72"/>
          <p:cNvSpPr/>
          <p:nvPr/>
        </p:nvSpPr>
        <p:spPr>
          <a:xfrm rot="4380">
            <a:off x="6302216" y="5083874"/>
            <a:ext cx="11238100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6309360" y="5225796"/>
            <a:ext cx="3367145" cy="822960"/>
            <a:chOff x="0" y="0"/>
            <a:chExt cx="4489526" cy="10972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48952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489522">
                  <a:moveTo>
                    <a:pt x="0" y="0"/>
                  </a:moveTo>
                  <a:lnTo>
                    <a:pt x="4489522" y="0"/>
                  </a:lnTo>
                  <a:lnTo>
                    <a:pt x="448952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23" r="0" b="-2972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489526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20261F"/>
                  </a:solidFill>
                  <a:latin typeface="Cambria"/>
                  <a:ea typeface="Cambria"/>
                  <a:cs typeface="Cambria"/>
                  <a:sym typeface="Cambria"/>
                </a:rPr>
                <a:t>FieldView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676505" y="5225796"/>
            <a:ext cx="3591620" cy="822960"/>
            <a:chOff x="0" y="0"/>
            <a:chExt cx="4788827" cy="10972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78882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88822">
                  <a:moveTo>
                    <a:pt x="0" y="0"/>
                  </a:moveTo>
                  <a:lnTo>
                    <a:pt x="4788822" y="0"/>
                  </a:lnTo>
                  <a:lnTo>
                    <a:pt x="478882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37" r="0" b="-3503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4788827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Agricultura de precisão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3268115" y="5225796"/>
            <a:ext cx="2020281" cy="822960"/>
            <a:chOff x="0" y="0"/>
            <a:chExt cx="2693708" cy="10972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6937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93712">
                  <a:moveTo>
                    <a:pt x="0" y="0"/>
                  </a:moveTo>
                  <a:lnTo>
                    <a:pt x="2693712" y="0"/>
                  </a:lnTo>
                  <a:lnTo>
                    <a:pt x="26937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64" t="0" r="-2264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2693708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Especializada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288406" y="5225796"/>
            <a:ext cx="2244757" cy="822960"/>
            <a:chOff x="0" y="0"/>
            <a:chExt cx="2993009" cy="10972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99301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93014">
                  <a:moveTo>
                    <a:pt x="0" y="0"/>
                  </a:moveTo>
                  <a:lnTo>
                    <a:pt x="2993014" y="0"/>
                  </a:lnTo>
                  <a:lnTo>
                    <a:pt x="299301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8" r="0" b="-314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2993009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Mapas e máquinas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72200" y="6240780"/>
            <a:ext cx="1371600" cy="1234440"/>
            <a:chOff x="0" y="0"/>
            <a:chExt cx="1828800" cy="16459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8288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18288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A853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“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063740" y="6652260"/>
            <a:ext cx="10400843" cy="1508760"/>
            <a:chOff x="0" y="0"/>
            <a:chExt cx="13867790" cy="20116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386779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3867791">
                  <a:moveTo>
                    <a:pt x="0" y="0"/>
                  </a:moveTo>
                  <a:lnTo>
                    <a:pt x="13867791" y="0"/>
                  </a:lnTo>
                  <a:lnTo>
                    <a:pt x="13867791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322" r="0" b="-8432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85725"/>
              <a:ext cx="13867790" cy="2097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 i="true">
                  <a:solidFill>
                    <a:srgbClr val="16302A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O AgroGestão Pro não busca ter mais funções. Ele busca ser mais fácil para quem realmente precisa de simplicidade.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87861" y="6064300"/>
            <a:ext cx="13165660" cy="3887562"/>
          </a:xfrm>
          <a:custGeom>
            <a:avLst/>
            <a:gdLst/>
            <a:ahLst/>
            <a:cxnLst/>
            <a:rect r="r" b="b" t="t" l="l"/>
            <a:pathLst>
              <a:path h="3887562" w="13165660">
                <a:moveTo>
                  <a:pt x="0" y="0"/>
                </a:moveTo>
                <a:lnTo>
                  <a:pt x="13165660" y="0"/>
                </a:lnTo>
                <a:lnTo>
                  <a:pt x="13165660" y="3887562"/>
                </a:lnTo>
                <a:lnTo>
                  <a:pt x="0" y="3887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72" r="0" b="-15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7509"/>
            <a:ext cx="4726108" cy="10294509"/>
            <a:chOff x="0" y="0"/>
            <a:chExt cx="1244736" cy="27113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4736" cy="2711311"/>
            </a:xfrm>
            <a:custGeom>
              <a:avLst/>
              <a:gdLst/>
              <a:ahLst/>
              <a:cxnLst/>
              <a:rect r="r" b="b" t="t" l="l"/>
              <a:pathLst>
                <a:path h="2711311" w="1244736">
                  <a:moveTo>
                    <a:pt x="0" y="0"/>
                  </a:moveTo>
                  <a:lnTo>
                    <a:pt x="1244736" y="0"/>
                  </a:lnTo>
                  <a:lnTo>
                    <a:pt x="1244736" y="2711311"/>
                  </a:lnTo>
                  <a:lnTo>
                    <a:pt x="0" y="2711311"/>
                  </a:lnTo>
                  <a:close/>
                </a:path>
              </a:pathLst>
            </a:custGeom>
            <a:solidFill>
              <a:srgbClr val="2245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244736" cy="2758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67167" y="114419"/>
            <a:ext cx="7247615" cy="5794430"/>
          </a:xfrm>
          <a:custGeom>
            <a:avLst/>
            <a:gdLst/>
            <a:ahLst/>
            <a:cxnLst/>
            <a:rect r="r" b="b" t="t" l="l"/>
            <a:pathLst>
              <a:path h="5794430" w="7247615">
                <a:moveTo>
                  <a:pt x="0" y="0"/>
                </a:moveTo>
                <a:lnTo>
                  <a:pt x="7247614" y="0"/>
                </a:lnTo>
                <a:lnTo>
                  <a:pt x="7247614" y="5794430"/>
                </a:lnTo>
                <a:lnTo>
                  <a:pt x="0" y="5794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16" r="0" b="-54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43534" y="665232"/>
            <a:ext cx="4299234" cy="2346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7"/>
              </a:lnSpc>
            </a:pPr>
            <a:r>
              <a:rPr lang="en-US" b="true" sz="4455" i="true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Mercado de AgTechs no Brasil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54980" y="0"/>
            <a:ext cx="12732563" cy="10287000"/>
            <a:chOff x="0" y="0"/>
            <a:chExt cx="1697675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767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976725">
                  <a:moveTo>
                    <a:pt x="0" y="0"/>
                  </a:moveTo>
                  <a:lnTo>
                    <a:pt x="16976725" y="0"/>
                  </a:lnTo>
                  <a:lnTo>
                    <a:pt x="169767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9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554980" cy="10287000"/>
            <a:chOff x="0" y="0"/>
            <a:chExt cx="740664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0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754380" y="5074920"/>
            <a:ext cx="7269480" cy="5623560"/>
            <a:chOff x="0" y="0"/>
            <a:chExt cx="9692640" cy="7498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92640" cy="7498080"/>
            </a:xfrm>
            <a:custGeom>
              <a:avLst/>
              <a:gdLst/>
              <a:ahLst/>
              <a:cxnLst/>
              <a:rect r="r" b="b" t="t" l="l"/>
              <a:pathLst>
                <a:path h="7498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498080"/>
                  </a:lnTo>
                  <a:lnTo>
                    <a:pt x="0" y="7498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253" t="0" r="-4925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692640" cy="75076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5000"/>
                </a:lnSpc>
              </a:pPr>
              <a:r>
                <a:rPr lang="en-US" sz="37500" b="true">
                  <a:solidFill>
                    <a:srgbClr val="2245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08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4380" y="891540"/>
            <a:ext cx="4389120" cy="548640"/>
            <a:chOff x="0" y="0"/>
            <a:chExt cx="585216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PLANOS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4380" y="1510665"/>
            <a:ext cx="4389120" cy="459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45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Começa simples, cresce junto com o produtor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4380" y="9642348"/>
            <a:ext cx="3566160" cy="411480"/>
            <a:chOff x="0" y="0"/>
            <a:chExt cx="475488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7548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300">
                  <a:solidFill>
                    <a:srgbClr val="9BAE9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AGROGESTÃO PRO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89120" y="9601200"/>
            <a:ext cx="822960" cy="480060"/>
            <a:chOff x="0" y="0"/>
            <a:chExt cx="10972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972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BAE9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852681" y="1165860"/>
            <a:ext cx="5954801" cy="8435340"/>
            <a:chOff x="0" y="0"/>
            <a:chExt cx="7939735" cy="11247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39786" cy="11247120"/>
            </a:xfrm>
            <a:custGeom>
              <a:avLst/>
              <a:gdLst/>
              <a:ahLst/>
              <a:cxnLst/>
              <a:rect r="r" b="b" t="t" l="l"/>
              <a:pathLst>
                <a:path h="11247120" w="7939786">
                  <a:moveTo>
                    <a:pt x="0" y="0"/>
                  </a:moveTo>
                  <a:lnTo>
                    <a:pt x="7939786" y="0"/>
                  </a:lnTo>
                  <a:lnTo>
                    <a:pt x="7939786" y="11247120"/>
                  </a:lnTo>
                  <a:lnTo>
                    <a:pt x="0" y="11247120"/>
                  </a:lnTo>
                  <a:close/>
                </a:path>
              </a:pathLst>
            </a:custGeom>
            <a:solidFill>
              <a:srgbClr val="F4E6DA"/>
            </a:solidFill>
          </p:spPr>
        </p:sp>
      </p:grpSp>
      <p:sp>
        <p:nvSpPr>
          <p:cNvPr name="AutoShape 21" id="21"/>
          <p:cNvSpPr/>
          <p:nvPr/>
        </p:nvSpPr>
        <p:spPr>
          <a:xfrm rot="5393880">
            <a:off x="7696438" y="5378768"/>
            <a:ext cx="8038157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6309360" y="1371600"/>
            <a:ext cx="4857521" cy="754380"/>
            <a:chOff x="0" y="0"/>
            <a:chExt cx="6476695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766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76696">
                  <a:moveTo>
                    <a:pt x="0" y="0"/>
                  </a:moveTo>
                  <a:lnTo>
                    <a:pt x="6476696" y="0"/>
                  </a:lnTo>
                  <a:lnTo>
                    <a:pt x="64766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465" r="0" b="-7546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476695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630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Essencial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309360" y="2400300"/>
            <a:ext cx="480060" cy="862146"/>
            <a:chOff x="0" y="0"/>
            <a:chExt cx="640080" cy="11495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0080" cy="1149532"/>
            </a:xfrm>
            <a:custGeom>
              <a:avLst/>
              <a:gdLst/>
              <a:ahLst/>
              <a:cxnLst/>
              <a:rect r="r" b="b" t="t" l="l"/>
              <a:pathLst>
                <a:path h="1149532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422" t="0" r="-18042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40080" cy="1187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58000" y="2400300"/>
            <a:ext cx="4583201" cy="862146"/>
            <a:chOff x="0" y="0"/>
            <a:chExt cx="6110935" cy="11495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10936" cy="1149532"/>
            </a:xfrm>
            <a:custGeom>
              <a:avLst/>
              <a:gdLst/>
              <a:ahLst/>
              <a:cxnLst/>
              <a:rect r="r" b="b" t="t" l="l"/>
              <a:pathLst>
                <a:path h="1149532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583" r="0" b="-535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110935" cy="11971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do dia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10080">
            <a:off x="6302207" y="3312547"/>
            <a:ext cx="4871828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6309360" y="3399606"/>
            <a:ext cx="480060" cy="862146"/>
            <a:chOff x="0" y="0"/>
            <a:chExt cx="640080" cy="11495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0080" cy="1149532"/>
            </a:xfrm>
            <a:custGeom>
              <a:avLst/>
              <a:gdLst/>
              <a:ahLst/>
              <a:cxnLst/>
              <a:rect r="r" b="b" t="t" l="l"/>
              <a:pathLst>
                <a:path h="1149532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422" t="0" r="-18042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40080" cy="1187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58000" y="3399606"/>
            <a:ext cx="4583201" cy="862146"/>
            <a:chOff x="0" y="0"/>
            <a:chExt cx="6110935" cy="11495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10936" cy="1149532"/>
            </a:xfrm>
            <a:custGeom>
              <a:avLst/>
              <a:gdLst/>
              <a:ahLst/>
              <a:cxnLst/>
              <a:rect r="r" b="b" t="t" l="l"/>
              <a:pathLst>
                <a:path h="1149532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583" r="0" b="-535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110935" cy="11971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Plantações e safras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10080">
            <a:off x="6302207" y="4311863"/>
            <a:ext cx="4871828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6309360" y="4398921"/>
            <a:ext cx="480060" cy="862146"/>
            <a:chOff x="0" y="0"/>
            <a:chExt cx="640080" cy="11495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0080" cy="1149532"/>
            </a:xfrm>
            <a:custGeom>
              <a:avLst/>
              <a:gdLst/>
              <a:ahLst/>
              <a:cxnLst/>
              <a:rect r="r" b="b" t="t" l="l"/>
              <a:pathLst>
                <a:path h="1149532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422" t="0" r="-18042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40080" cy="1187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858000" y="4398921"/>
            <a:ext cx="4583201" cy="862146"/>
            <a:chOff x="0" y="0"/>
            <a:chExt cx="6110935" cy="11495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110936" cy="1149532"/>
            </a:xfrm>
            <a:custGeom>
              <a:avLst/>
              <a:gdLst/>
              <a:ahLst/>
              <a:cxnLst/>
              <a:rect r="r" b="b" t="t" l="l"/>
              <a:pathLst>
                <a:path h="1149532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583" r="0" b="-5358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110935" cy="11971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Tarefas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 rot="10080">
            <a:off x="6302207" y="5311169"/>
            <a:ext cx="4871828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6309360" y="5398227"/>
            <a:ext cx="480060" cy="862146"/>
            <a:chOff x="0" y="0"/>
            <a:chExt cx="640080" cy="11495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0080" cy="1149532"/>
            </a:xfrm>
            <a:custGeom>
              <a:avLst/>
              <a:gdLst/>
              <a:ahLst/>
              <a:cxnLst/>
              <a:rect r="r" b="b" t="t" l="l"/>
              <a:pathLst>
                <a:path h="1149532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422" t="0" r="-180422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640080" cy="1187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858000" y="5398227"/>
            <a:ext cx="4583201" cy="862146"/>
            <a:chOff x="0" y="0"/>
            <a:chExt cx="6110935" cy="11495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110936" cy="1149532"/>
            </a:xfrm>
            <a:custGeom>
              <a:avLst/>
              <a:gdLst/>
              <a:ahLst/>
              <a:cxnLst/>
              <a:rect r="r" b="b" t="t" l="l"/>
              <a:pathLst>
                <a:path h="1149532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583" r="0" b="-5358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6110935" cy="11971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Receitas e despesas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10080">
            <a:off x="6302207" y="6310474"/>
            <a:ext cx="4871828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6309360" y="6397533"/>
            <a:ext cx="480060" cy="862146"/>
            <a:chOff x="0" y="0"/>
            <a:chExt cx="640080" cy="11495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0080" cy="1149532"/>
            </a:xfrm>
            <a:custGeom>
              <a:avLst/>
              <a:gdLst/>
              <a:ahLst/>
              <a:cxnLst/>
              <a:rect r="r" b="b" t="t" l="l"/>
              <a:pathLst>
                <a:path h="1149532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422" t="0" r="-18042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40080" cy="1187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58000" y="6397533"/>
            <a:ext cx="4583201" cy="862146"/>
            <a:chOff x="0" y="0"/>
            <a:chExt cx="6110935" cy="11495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110936" cy="1149532"/>
            </a:xfrm>
            <a:custGeom>
              <a:avLst/>
              <a:gdLst/>
              <a:ahLst/>
              <a:cxnLst/>
              <a:rect r="r" b="b" t="t" l="l"/>
              <a:pathLst>
                <a:path h="1149532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583" r="0" b="-5358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110935" cy="11971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Resumos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10080">
            <a:off x="6302207" y="7309780"/>
            <a:ext cx="4871828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0" id="60"/>
          <p:cNvGrpSpPr/>
          <p:nvPr/>
        </p:nvGrpSpPr>
        <p:grpSpPr>
          <a:xfrm rot="0">
            <a:off x="6309360" y="7396839"/>
            <a:ext cx="480060" cy="862146"/>
            <a:chOff x="0" y="0"/>
            <a:chExt cx="640080" cy="11495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40080" cy="1149532"/>
            </a:xfrm>
            <a:custGeom>
              <a:avLst/>
              <a:gdLst/>
              <a:ahLst/>
              <a:cxnLst/>
              <a:rect r="r" b="b" t="t" l="l"/>
              <a:pathLst>
                <a:path h="1149532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422" t="0" r="-180422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40080" cy="1187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858000" y="7396839"/>
            <a:ext cx="4583201" cy="862146"/>
            <a:chOff x="0" y="0"/>
            <a:chExt cx="6110935" cy="11495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110936" cy="1149532"/>
            </a:xfrm>
            <a:custGeom>
              <a:avLst/>
              <a:gdLst/>
              <a:ahLst/>
              <a:cxnLst/>
              <a:rect r="r" b="b" t="t" l="l"/>
              <a:pathLst>
                <a:path h="1149532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583" r="0" b="-5358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6110935" cy="11971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Funciona sem internet</a:t>
              </a:r>
            </a:p>
          </p:txBody>
        </p:sp>
      </p:grpSp>
      <p:sp>
        <p:nvSpPr>
          <p:cNvPr name="AutoShape 66" id="66"/>
          <p:cNvSpPr/>
          <p:nvPr/>
        </p:nvSpPr>
        <p:spPr>
          <a:xfrm rot="10080">
            <a:off x="6302207" y="8309096"/>
            <a:ext cx="4871828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6309360" y="8396154"/>
            <a:ext cx="480060" cy="862146"/>
            <a:chOff x="0" y="0"/>
            <a:chExt cx="640080" cy="114952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40080" cy="1149532"/>
            </a:xfrm>
            <a:custGeom>
              <a:avLst/>
              <a:gdLst/>
              <a:ahLst/>
              <a:cxnLst/>
              <a:rect r="r" b="b" t="t" l="l"/>
              <a:pathLst>
                <a:path h="1149532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422" t="0" r="-180422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40080" cy="1187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858000" y="8396154"/>
            <a:ext cx="4583201" cy="862146"/>
            <a:chOff x="0" y="0"/>
            <a:chExt cx="6110935" cy="114952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110936" cy="1149532"/>
            </a:xfrm>
            <a:custGeom>
              <a:avLst/>
              <a:gdLst/>
              <a:ahLst/>
              <a:cxnLst/>
              <a:rect r="r" b="b" t="t" l="l"/>
              <a:pathLst>
                <a:path h="1149532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149532"/>
                  </a:lnTo>
                  <a:lnTo>
                    <a:pt x="0" y="11495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583" r="0" b="-5358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110935" cy="11971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Preço mais acessível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264161" y="1371600"/>
            <a:ext cx="4857521" cy="754380"/>
            <a:chOff x="0" y="0"/>
            <a:chExt cx="6476695" cy="10058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4766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76696">
                  <a:moveTo>
                    <a:pt x="0" y="0"/>
                  </a:moveTo>
                  <a:lnTo>
                    <a:pt x="6476696" y="0"/>
                  </a:lnTo>
                  <a:lnTo>
                    <a:pt x="64766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465" r="0" b="-7546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6476695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630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264161" y="2125980"/>
            <a:ext cx="4857521" cy="411480"/>
            <a:chOff x="0" y="0"/>
            <a:chExt cx="6476695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476696" cy="548640"/>
            </a:xfrm>
            <a:custGeom>
              <a:avLst/>
              <a:gdLst/>
              <a:ahLst/>
              <a:cxnLst/>
              <a:rect r="r" b="b" t="t" l="l"/>
              <a:pathLst>
                <a:path h="548640" w="6476696">
                  <a:moveTo>
                    <a:pt x="0" y="0"/>
                  </a:moveTo>
                  <a:lnTo>
                    <a:pt x="6476696" y="0"/>
                  </a:lnTo>
                  <a:lnTo>
                    <a:pt x="64766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020" r="0" b="-18002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6476695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300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MAIS COMPLETO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264161" y="2811780"/>
            <a:ext cx="480060" cy="803367"/>
            <a:chOff x="0" y="0"/>
            <a:chExt cx="640080" cy="10711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400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4712" t="0" r="-164712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640080" cy="1109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812801" y="2811780"/>
            <a:ext cx="4583201" cy="803367"/>
            <a:chOff x="0" y="0"/>
            <a:chExt cx="6110935" cy="107115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110936" cy="1071154"/>
            </a:xfrm>
            <a:custGeom>
              <a:avLst/>
              <a:gdLst/>
              <a:ahLst/>
              <a:cxnLst/>
              <a:rect r="r" b="b" t="t" l="l"/>
              <a:pathLst>
                <a:path h="1071154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62" r="0" b="-6116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6110935" cy="1118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Várias propriedades</a:t>
              </a:r>
            </a:p>
          </p:txBody>
        </p:sp>
      </p:grpSp>
      <p:sp>
        <p:nvSpPr>
          <p:cNvPr name="AutoShape 85" id="85"/>
          <p:cNvSpPr/>
          <p:nvPr/>
        </p:nvSpPr>
        <p:spPr>
          <a:xfrm rot="10080">
            <a:off x="12257008" y="3665249"/>
            <a:ext cx="4871828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6" id="86"/>
          <p:cNvGrpSpPr/>
          <p:nvPr/>
        </p:nvGrpSpPr>
        <p:grpSpPr>
          <a:xfrm rot="0">
            <a:off x="12264161" y="3752307"/>
            <a:ext cx="480060" cy="803367"/>
            <a:chOff x="0" y="0"/>
            <a:chExt cx="640080" cy="107115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400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4712" t="0" r="-164712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40080" cy="1109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812801" y="3752307"/>
            <a:ext cx="4583201" cy="803367"/>
            <a:chOff x="0" y="0"/>
            <a:chExt cx="6110935" cy="107115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110936" cy="1071154"/>
            </a:xfrm>
            <a:custGeom>
              <a:avLst/>
              <a:gdLst/>
              <a:ahLst/>
              <a:cxnLst/>
              <a:rect r="r" b="b" t="t" l="l"/>
              <a:pathLst>
                <a:path h="1071154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62" r="0" b="-6116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6110935" cy="1118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Funcionários</a:t>
              </a:r>
            </a:p>
          </p:txBody>
        </p:sp>
      </p:grpSp>
      <p:sp>
        <p:nvSpPr>
          <p:cNvPr name="AutoShape 92" id="92"/>
          <p:cNvSpPr/>
          <p:nvPr/>
        </p:nvSpPr>
        <p:spPr>
          <a:xfrm rot="10080">
            <a:off x="12257008" y="4605776"/>
            <a:ext cx="4871828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3" id="93"/>
          <p:cNvGrpSpPr/>
          <p:nvPr/>
        </p:nvGrpSpPr>
        <p:grpSpPr>
          <a:xfrm rot="0">
            <a:off x="12264161" y="4692834"/>
            <a:ext cx="480060" cy="803367"/>
            <a:chOff x="0" y="0"/>
            <a:chExt cx="640080" cy="10711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400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4712" t="0" r="-164712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640080" cy="1109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812801" y="4692834"/>
            <a:ext cx="4583201" cy="803367"/>
            <a:chOff x="0" y="0"/>
            <a:chExt cx="6110935" cy="107115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110936" cy="1071154"/>
            </a:xfrm>
            <a:custGeom>
              <a:avLst/>
              <a:gdLst/>
              <a:ahLst/>
              <a:cxnLst/>
              <a:rect r="r" b="b" t="t" l="l"/>
              <a:pathLst>
                <a:path h="1071154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62" r="0" b="-61162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6110935" cy="1118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Estoque</a:t>
              </a:r>
            </a:p>
          </p:txBody>
        </p:sp>
      </p:grpSp>
      <p:sp>
        <p:nvSpPr>
          <p:cNvPr name="AutoShape 99" id="99"/>
          <p:cNvSpPr/>
          <p:nvPr/>
        </p:nvSpPr>
        <p:spPr>
          <a:xfrm rot="10080">
            <a:off x="12257008" y="5546303"/>
            <a:ext cx="4871828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0" id="100"/>
          <p:cNvGrpSpPr/>
          <p:nvPr/>
        </p:nvGrpSpPr>
        <p:grpSpPr>
          <a:xfrm rot="0">
            <a:off x="12264161" y="5633361"/>
            <a:ext cx="480060" cy="803367"/>
            <a:chOff x="0" y="0"/>
            <a:chExt cx="640080" cy="107115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400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4712" t="0" r="-164712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640080" cy="1109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812801" y="5633361"/>
            <a:ext cx="4583201" cy="803367"/>
            <a:chOff x="0" y="0"/>
            <a:chExt cx="6110935" cy="107115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110936" cy="1071154"/>
            </a:xfrm>
            <a:custGeom>
              <a:avLst/>
              <a:gdLst/>
              <a:ahLst/>
              <a:cxnLst/>
              <a:rect r="r" b="b" t="t" l="l"/>
              <a:pathLst>
                <a:path h="1071154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62" r="0" b="-6116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6110935" cy="1118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Custos detalhados</a:t>
              </a:r>
            </a:p>
          </p:txBody>
        </p:sp>
      </p:grpSp>
      <p:sp>
        <p:nvSpPr>
          <p:cNvPr name="AutoShape 106" id="106"/>
          <p:cNvSpPr/>
          <p:nvPr/>
        </p:nvSpPr>
        <p:spPr>
          <a:xfrm rot="10080">
            <a:off x="12257008" y="6486820"/>
            <a:ext cx="4871828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7" id="107"/>
          <p:cNvGrpSpPr/>
          <p:nvPr/>
        </p:nvGrpSpPr>
        <p:grpSpPr>
          <a:xfrm rot="0">
            <a:off x="12264161" y="6573879"/>
            <a:ext cx="480060" cy="803367"/>
            <a:chOff x="0" y="0"/>
            <a:chExt cx="640080" cy="107115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400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4712" t="0" r="-164712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40080" cy="1109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812801" y="6573879"/>
            <a:ext cx="4583201" cy="803367"/>
            <a:chOff x="0" y="0"/>
            <a:chExt cx="6110935" cy="107115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110936" cy="1071154"/>
            </a:xfrm>
            <a:custGeom>
              <a:avLst/>
              <a:gdLst/>
              <a:ahLst/>
              <a:cxnLst/>
              <a:rect r="r" b="b" t="t" l="l"/>
              <a:pathLst>
                <a:path h="1071154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62" r="0" b="-6116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6110935" cy="1118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Relatórios avançados</a:t>
              </a:r>
            </a:p>
          </p:txBody>
        </p:sp>
      </p:grpSp>
      <p:sp>
        <p:nvSpPr>
          <p:cNvPr name="AutoShape 113" id="113"/>
          <p:cNvSpPr/>
          <p:nvPr/>
        </p:nvSpPr>
        <p:spPr>
          <a:xfrm rot="10080">
            <a:off x="12257008" y="7427347"/>
            <a:ext cx="4871828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4" id="114"/>
          <p:cNvGrpSpPr/>
          <p:nvPr/>
        </p:nvGrpSpPr>
        <p:grpSpPr>
          <a:xfrm rot="0">
            <a:off x="12264161" y="7514406"/>
            <a:ext cx="480060" cy="803367"/>
            <a:chOff x="0" y="0"/>
            <a:chExt cx="640080" cy="107115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400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4712" t="0" r="-164712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640080" cy="1109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2812801" y="7514406"/>
            <a:ext cx="4583201" cy="803367"/>
            <a:chOff x="0" y="0"/>
            <a:chExt cx="6110935" cy="107115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110936" cy="1071154"/>
            </a:xfrm>
            <a:custGeom>
              <a:avLst/>
              <a:gdLst/>
              <a:ahLst/>
              <a:cxnLst/>
              <a:rect r="r" b="b" t="t" l="l"/>
              <a:pathLst>
                <a:path h="1071154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62" r="0" b="-61162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6110935" cy="1118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Compartilhar com técnico/contador</a:t>
              </a:r>
            </a:p>
          </p:txBody>
        </p:sp>
      </p:grpSp>
      <p:sp>
        <p:nvSpPr>
          <p:cNvPr name="AutoShape 120" id="120"/>
          <p:cNvSpPr/>
          <p:nvPr/>
        </p:nvSpPr>
        <p:spPr>
          <a:xfrm rot="10080">
            <a:off x="12257008" y="8367874"/>
            <a:ext cx="4871828" cy="0"/>
          </a:xfrm>
          <a:prstGeom prst="line">
            <a:avLst/>
          </a:prstGeom>
          <a:ln cap="rnd" w="9525">
            <a:solidFill>
              <a:srgbClr val="DDD7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1" id="121"/>
          <p:cNvGrpSpPr/>
          <p:nvPr/>
        </p:nvGrpSpPr>
        <p:grpSpPr>
          <a:xfrm rot="0">
            <a:off x="12264161" y="8454933"/>
            <a:ext cx="480060" cy="803367"/>
            <a:chOff x="0" y="0"/>
            <a:chExt cx="640080" cy="10711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40080" cy="1071154"/>
            </a:xfrm>
            <a:custGeom>
              <a:avLst/>
              <a:gdLst/>
              <a:ahLst/>
              <a:cxnLst/>
              <a:rect r="r" b="b" t="t" l="l"/>
              <a:pathLst>
                <a:path h="1071154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4712" t="0" r="-164712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640080" cy="1109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A853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812801" y="8454933"/>
            <a:ext cx="4583201" cy="803367"/>
            <a:chOff x="0" y="0"/>
            <a:chExt cx="6110935" cy="10711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110936" cy="1071154"/>
            </a:xfrm>
            <a:custGeom>
              <a:avLst/>
              <a:gdLst/>
              <a:ahLst/>
              <a:cxnLst/>
              <a:rect r="r" b="b" t="t" l="l"/>
              <a:pathLst>
                <a:path h="1071154" w="6110936">
                  <a:moveTo>
                    <a:pt x="0" y="0"/>
                  </a:moveTo>
                  <a:lnTo>
                    <a:pt x="6110936" y="0"/>
                  </a:lnTo>
                  <a:lnTo>
                    <a:pt x="6110936" y="1071154"/>
                  </a:lnTo>
                  <a:lnTo>
                    <a:pt x="0" y="1071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62" r="0" b="-61162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6110935" cy="11187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Futuras integrações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30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194560" y="2743200"/>
            <a:ext cx="8503920" cy="7818120"/>
            <a:chOff x="0" y="0"/>
            <a:chExt cx="11338560" cy="10424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0" cy="10424160"/>
            </a:xfrm>
            <a:custGeom>
              <a:avLst/>
              <a:gdLst/>
              <a:ahLst/>
              <a:cxnLst/>
              <a:rect r="r" b="b" t="t" l="l"/>
              <a:pathLst>
                <a:path h="104241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0424160"/>
                  </a:lnTo>
                  <a:lnTo>
                    <a:pt x="0" y="1042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956" t="0" r="-6795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338560" cy="104432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4000"/>
                </a:lnSpc>
              </a:pPr>
              <a:r>
                <a:rPr lang="en-US" sz="45000" b="true">
                  <a:solidFill>
                    <a:srgbClr val="2245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09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37760" y="3703320"/>
            <a:ext cx="12344400" cy="2606040"/>
            <a:chOff x="0" y="0"/>
            <a:chExt cx="16459200" cy="3474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592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6459200" cy="3550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24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Menos complexidade.</a:t>
              </a:r>
            </a:p>
            <a:p>
              <a:pPr algn="l">
                <a:lnSpc>
                  <a:spcPts val="7524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Mais controle da propriedade.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06340" y="6240780"/>
            <a:ext cx="11384280" cy="822960"/>
            <a:chOff x="0" y="0"/>
            <a:chExt cx="1517904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1790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1790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C9D6C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AgroGestão Pro começa simples e cresce junto com o produtor.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DAHR5a4OQ3M</dc:identifier>
  <dcterms:modified xsi:type="dcterms:W3CDTF">2011-08-01T06:04:30Z</dcterms:modified>
  <cp:revision>1</cp:revision>
  <dc:title>Inserir um título</dc:title>
</cp:coreProperties>
</file>