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21fefc09b494a" /><Relationship Type="http://schemas.openxmlformats.org/officeDocument/2006/relationships/extended-properties" Target="/docProps/app.xml" Id="Rc47240e777a941fa" /><Relationship Type="http://schemas.openxmlformats.org/officeDocument/2006/relationships/officeDocument" Target="/ppt/presentation.xml" Id="R1deb706c5df840c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20a1d57c7a54326"/>
  </p:sldMasterIdLst>
  <p:notesMasterIdLst>
    <p:notesMasterId xmlns:r="http://schemas.openxmlformats.org/officeDocument/2006/relationships" r:id="Rbb0fa42d3ffa4ca5"/>
  </p:notesMasterIdLst>
  <p:sldIdLst>
    <p:sldId xmlns:r="http://schemas.openxmlformats.org/officeDocument/2006/relationships" id="256" r:id="R6732b9f22743452c"/>
    <p:sldId xmlns:r="http://schemas.openxmlformats.org/officeDocument/2006/relationships" id="257" r:id="Rb27dd8270af1450a"/>
    <p:sldId xmlns:r="http://schemas.openxmlformats.org/officeDocument/2006/relationships" id="258" r:id="Recd8910ae3c545af"/>
    <p:sldId xmlns:r="http://schemas.openxmlformats.org/officeDocument/2006/relationships" id="259" r:id="R80b709ea81c845ca"/>
    <p:sldId xmlns:r="http://schemas.openxmlformats.org/officeDocument/2006/relationships" id="260" r:id="Rd5a0aec30ab94849"/>
    <p:sldId xmlns:r="http://schemas.openxmlformats.org/officeDocument/2006/relationships" id="261" r:id="R4549fcac6c57456c"/>
    <p:sldId xmlns:r="http://schemas.openxmlformats.org/officeDocument/2006/relationships" id="262" r:id="Rfbecae7753e448d4"/>
    <p:sldId xmlns:r="http://schemas.openxmlformats.org/officeDocument/2006/relationships" id="263" r:id="R5b9f8088d3e845e8"/>
    <p:sldId xmlns:r="http://schemas.openxmlformats.org/officeDocument/2006/relationships" id="264" r:id="Re1663e9cdc004e0e"/>
    <p:sldId xmlns:r="http://schemas.openxmlformats.org/officeDocument/2006/relationships" id="265" r:id="Rcb9fb4b2cff64e48"/>
    <p:sldId xmlns:r="http://schemas.openxmlformats.org/officeDocument/2006/relationships" id="266" r:id="Rc961a2c26e8d4e81"/>
  </p:sldIdLst>
  <p:sldSz cx="18288000" cy="10287000"/>
  <p:notesSz cx="6858000" cy="9144000"/>
  <p:embeddedFontLst>
    <p:embeddedFont>
      <p:font typeface="Calibri (MS)"/>
      <p:regular xmlns:r="http://schemas.openxmlformats.org/officeDocument/2006/relationships" r:id="R9caaf94846e24f1a"/>
      <p:bold xmlns:r="http://schemas.openxmlformats.org/officeDocument/2006/relationships" r:id="R6c55c3d3b558490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ded254e07d4015" /><Relationship Type="http://schemas.openxmlformats.org/officeDocument/2006/relationships/slideMaster" Target="/ppt/slideMasters/slideMaster1.xml" Id="R920a1d57c7a54326" /><Relationship Type="http://schemas.openxmlformats.org/officeDocument/2006/relationships/notesMaster" Target="/ppt/notesMasters/notesMaster1.xml" Id="Rbb0fa42d3ffa4ca5" /><Relationship Type="http://schemas.openxmlformats.org/officeDocument/2006/relationships/presProps" Target="/ppt/presProps.xml" Id="R1e72a623606b446d" /><Relationship Type="http://schemas.openxmlformats.org/officeDocument/2006/relationships/tableStyles" Target="/ppt/tableStyles.xml" Id="R06235be043df43d8" /><Relationship Type="http://schemas.openxmlformats.org/officeDocument/2006/relationships/font" Target="/ppt/fonts/font.dat" Id="R9caaf94846e24f1a" /><Relationship Type="http://schemas.openxmlformats.org/officeDocument/2006/relationships/font" Target="/ppt/fonts/font2.dat" Id="R6c55c3d3b558490c" /><Relationship Type="http://schemas.openxmlformats.org/officeDocument/2006/relationships/slide" Target="/ppt/slides/slide1.xml" Id="R6732b9f22743452c" /><Relationship Type="http://schemas.openxmlformats.org/officeDocument/2006/relationships/slide" Target="/ppt/slides/slide2.xml" Id="Rb27dd8270af1450a" /><Relationship Type="http://schemas.openxmlformats.org/officeDocument/2006/relationships/slide" Target="/ppt/slides/slide3.xml" Id="Recd8910ae3c545af" /><Relationship Type="http://schemas.openxmlformats.org/officeDocument/2006/relationships/slide" Target="/ppt/slides/slide4.xml" Id="R80b709ea81c845ca" /><Relationship Type="http://schemas.openxmlformats.org/officeDocument/2006/relationships/slide" Target="/ppt/slides/slide5.xml" Id="Rd5a0aec30ab94849" /><Relationship Type="http://schemas.openxmlformats.org/officeDocument/2006/relationships/slide" Target="/ppt/slides/slide6.xml" Id="R4549fcac6c57456c" /><Relationship Type="http://schemas.openxmlformats.org/officeDocument/2006/relationships/slide" Target="/ppt/slides/slide7.xml" Id="Rfbecae7753e448d4" /><Relationship Type="http://schemas.openxmlformats.org/officeDocument/2006/relationships/slide" Target="/ppt/slides/slide8.xml" Id="R5b9f8088d3e845e8" /><Relationship Type="http://schemas.openxmlformats.org/officeDocument/2006/relationships/slide" Target="/ppt/slides/slide9.xml" Id="Re1663e9cdc004e0e" /><Relationship Type="http://schemas.openxmlformats.org/officeDocument/2006/relationships/slide" Target="/ppt/slides/slide10.xml" Id="Rcb9fb4b2cff64e48" /><Relationship Type="http://schemas.openxmlformats.org/officeDocument/2006/relationships/slide" Target="/ppt/slides/slide11.xml" Id="Rc961a2c26e8d4e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d563d1841f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2837ced294200" /><Relationship Type="http://schemas.openxmlformats.org/officeDocument/2006/relationships/notesMaster" Target="/ppt/notesMasters/notesMaster1.xml" Id="Rf47c3ec6b4f9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27c64e0744dda" /><Relationship Type="http://schemas.openxmlformats.org/officeDocument/2006/relationships/notesMaster" Target="/ppt/notesMasters/notesMaster1.xml" Id="R1f9adb5f9d85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9898c9d5241c6" /><Relationship Type="http://schemas.openxmlformats.org/officeDocument/2006/relationships/notesMaster" Target="/ppt/notesMasters/notesMaster1.xml" Id="R2562d2b356b94c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2d227ea4bf4666" /><Relationship Type="http://schemas.openxmlformats.org/officeDocument/2006/relationships/notesMaster" Target="/ppt/notesMasters/notesMaster1.xml" Id="R516c61e3515f4e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824485265940c8" /><Relationship Type="http://schemas.openxmlformats.org/officeDocument/2006/relationships/notesMaster" Target="/ppt/notesMasters/notesMaster1.xml" Id="Rdc63c819541046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480334b3304f96" /><Relationship Type="http://schemas.openxmlformats.org/officeDocument/2006/relationships/notesMaster" Target="/ppt/notesMasters/notesMaster1.xml" Id="R28324d19d7824e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37028c28ab457f" /><Relationship Type="http://schemas.openxmlformats.org/officeDocument/2006/relationships/notesMaster" Target="/ppt/notesMasters/notesMaster1.xml" Id="R2507946b5e7a40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8f2cedeef74a79" /><Relationship Type="http://schemas.openxmlformats.org/officeDocument/2006/relationships/notesMaster" Target="/ppt/notesMasters/notesMaster1.xml" Id="Re0d5d15ac8c445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9e875d983d4405" /><Relationship Type="http://schemas.openxmlformats.org/officeDocument/2006/relationships/notesMaster" Target="/ppt/notesMasters/notesMaster1.xml" Id="Rbb652fd39789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85daff94aa45cb" /><Relationship Type="http://schemas.openxmlformats.org/officeDocument/2006/relationships/notesMaster" Target="/ppt/notesMasters/notesMaster1.xml" Id="Rc39b0ea27e314a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2d4df7e6164071" /><Relationship Type="http://schemas.openxmlformats.org/officeDocument/2006/relationships/notesMaster" Target="/ppt/notesMasters/notesMaster1.xml" Id="R8af11a78de0c42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https://www.infoteca.cnptia.embrapa.br/infoteca/handle/doc/1184214 (Radar Agtech Brasil 2024: 1.972 agtechs mapeadas)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https://cdlcampina.org.br/2025/02/03/oportunidades-e-desafios-tecnologicos-no-agronegocio-em-2025/ (80% Centro-Oeste; 41% Nordeste)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- 59% é inferência aritmética: 100% - 41%.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[/Sources]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722beeb8f44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3fc59baeb4b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5aecc808841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890c91cd340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84bda818b4d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86c47f7764c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c93f451944f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7c723e3794f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b217464a74b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26dd6929940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5a7d9c4694ee7" /></Relationships>
</file>

<file path=ppt/slideLayouts/slideLayout1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42669E2-21CB-488B-B83A-933C011DC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22FD0C0-F328-425B-BFF5-726F00B345B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92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040DF1F-3388-4325-A6CE-9D79A96C561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92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DF40C55-60DF-4D3A-A714-AA8CDBD5C73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360" cy="63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55FB541-317C-4CFD-9B65-D2D23C9E659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360" cy="3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45744D78-6761-4D77-90A9-0A1379E2DCC3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8C310182-21A6-4A0D-998B-AB04850863F1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1CCC9AE2-7747-4CF8-AD98-AD91F848F7F9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BF676D85-49C3-4BF0-8996-0E8D9F4CD78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FAD36B8-6DF1-4F6F-9417-E07E7A4205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7F915B9-BC21-447B-B69E-6D07CA04CE57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943C183-DABC-427B-8994-6F1E6C32A6FC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362A128-952C-4C3D-800C-521BE165489B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2B2A87BA-8C87-4B13-80B5-0D5A52A7EB2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CC2B35A-2959-48D7-9F4D-60BC4F3CCA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BFCB464-9D37-436A-99C1-3A334268AC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2D3DFC5-988C-4811-A314-32FE15C702D8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4AADC65-B448-41B9-BD8D-3F8E4BF5A29B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CE261022-3E39-4A2D-BE35-FA39F5ED84EC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5D6E86D-D212-4E57-B311-1FF0FCEAAA4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27AEE82-91FD-4B68-AC19-016A7009D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EB0B3A7-7E85-4E7F-BE46-EDC42508528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924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C9E7048-E5B8-4169-AB06-EB700F383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945603F-9206-4D1C-9285-3CC7390279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D4C21C6-1692-4664-A8EE-F05AD86D8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11F59A3-06CD-499C-B713-2BE65D1C34B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04D859B-DF5C-46B6-806D-2DB2E50844BA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A2D1BFE-53CB-47F2-9468-B9A0CD64C0CA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3F714CF-419C-4567-8E48-418201955B34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128F9FF5-036C-4FE5-A780-48539166130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6D3A136-9FA2-4FD3-9AE8-239B28A2A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410400"/>
            <a:ext cx="16458840" cy="171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 defTabSz="914400"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do texto do título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4D3C394-56C1-437A-B12A-A8858B3740E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14400" y="2406960"/>
            <a:ext cx="16458840" cy="596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de texto dos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2.º nível de tópicos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3.º nível de tópicos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7.º nível de tópicos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07F62F3-83D4-4DA3-BEF1-5921D651C0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704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B3C04A5-8193-4211-87FF-D188C4409B7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560" cy="585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F13B3B2-30A0-4AD4-B27B-7B1077D78C8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DCF708-7AF9-47D0-B059-DE7B42C7CB8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403A64D-3705-46FB-AC88-847F702997F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6BA0D6AE-5D21-43FC-BDC9-D34D573F70D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AA3198-68A9-4631-9110-487A4A17C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2040" cy="146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E14012B-AB1B-4BF5-B995-4D9AB94E1BE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6780163-7D59-42B0-81AF-72E17C086374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A031F22-BB1C-47AE-8E54-89461CAFA058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FEF91A66-B470-4560-BBDC-DD2C20C1FDB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1832238-2AD5-4BD4-8CE1-1DA4F9975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924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 defTabSz="914400">
              <a:lnSpc>
                <a:spcPct val="100000"/>
              </a:lnSpc>
              <a:buNone/>
              <a:def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ctr" defTabSz="914400">
              <a:lnSpc>
                <a:spcPct val="10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643BDD6-C5F7-49F4-81C7-99A8C2F99CE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D35DB07-5C12-4BC5-8A50-41D3E6AB104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8120" cy="4525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FCF4B79-471D-4BB3-81AB-1F8B15E5CE17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AA7D6B5F-EE82-4461-B4EB-7F7717015965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BB2E2CE2-6D70-4A6D-859F-90A7450805D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64EDBBBF-62DA-41FA-87A2-3BE1EC0374FB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F3653C4-3D9D-4C45-A15F-D66211B16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2040" cy="136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1" u="none" cap="all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8F0903E-C8E1-4B4F-93E1-63AD8754F8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2040" cy="149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chemeClr val="dk1">
                  <a:tint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F0DB44-9D0A-4514-B4A7-F9E855C197E8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AD9E544-9CF8-452F-8856-3A03B429D705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A0A25A5-689F-4295-9D95-A8C921D5131A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C0702D5E-6A63-407A-8B56-0E4930536B5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E599299-2470-4E0B-AE1B-7CB4CDAF9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6040" cy="566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178D722-8B38-4ECA-B9F0-92A94C636E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6040" cy="411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Clique para editar o formato de texto dos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6.º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7.º nível de tópicos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DB06DC7-0904-43D4-AA56-B5B7768F535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6040" cy="80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DF80164-35C4-4380-B298-8705BAC214FF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66D6B15-E1E6-43BE-9852-36F8BBE118E1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1AF6A89-7CC7-443A-A6D0-81E66D7474DF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CA47D43-F4FA-4581-BAF6-6D5A12521E4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A0452C2-8480-4591-B015-DD949BFA33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800" cy="1161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669EE18-C3A8-4F25-BA80-CE15B72E543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1280" cy="58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</a:lstStyle>
          <a:p xmlns:a="http://schemas.openxmlformats.org/drawingml/2006/main"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475EF81-599B-4098-9FF2-7557DC7873D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800" cy="46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F10F5A0-6FD7-48D7-92F2-796913EE5DC0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&lt;data/hora&gt;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96347749-4A0D-4EF8-B622-19AD9711FD5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512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&lt;rodapé&gt;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71F885B7-496B-4B8A-913C-FF63E10A640F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360" cy="36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</a:pPr>
            <a:fld id="{3E275ECA-CA0E-4142-9508-5A672327A36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26086bdc814aa2" /><Relationship Type="http://schemas.openxmlformats.org/officeDocument/2006/relationships/slideLayout" Target="/ppt/slideLayouts/slideLayout1.xml" Id="R619ac80f3b1e4a29" /><Relationship Type="http://schemas.openxmlformats.org/officeDocument/2006/relationships/slideLayout" Target="/ppt/slideLayouts/slideLayout2.xml" Id="Rca7734c1e90641d9" /><Relationship Type="http://schemas.openxmlformats.org/officeDocument/2006/relationships/slideLayout" Target="/ppt/slideLayouts/slideLayout3.xml" Id="R415e32a612944ed1" /><Relationship Type="http://schemas.openxmlformats.org/officeDocument/2006/relationships/slideLayout" Target="/ppt/slideLayouts/slideLayout4.xml" Id="R80868ad472104ab5" /><Relationship Type="http://schemas.openxmlformats.org/officeDocument/2006/relationships/slideLayout" Target="/ppt/slideLayouts/slideLayout5.xml" Id="Ra2f0bc83e6094cca" /><Relationship Type="http://schemas.openxmlformats.org/officeDocument/2006/relationships/slideLayout" Target="/ppt/slideLayouts/slideLayout6.xml" Id="R5d055d01aec74d1a" /><Relationship Type="http://schemas.openxmlformats.org/officeDocument/2006/relationships/slideLayout" Target="/ppt/slideLayouts/slideLayout7.xml" Id="R54381eac7972418c" /><Relationship Type="http://schemas.openxmlformats.org/officeDocument/2006/relationships/slideLayout" Target="/ppt/slideLayouts/slideLayout8.xml" Id="R35cb1e4f074a425c" /><Relationship Type="http://schemas.openxmlformats.org/officeDocument/2006/relationships/slideLayout" Target="/ppt/slideLayouts/slideLayout9.xml" Id="R2850132a27a64059" /><Relationship Type="http://schemas.openxmlformats.org/officeDocument/2006/relationships/slideLayout" Target="/ppt/slideLayouts/slideLayout10.xml" Id="Rc241df98b9704860" /><Relationship Type="http://schemas.openxmlformats.org/officeDocument/2006/relationships/slideLayout" Target="/ppt/slideLayouts/slideLayout11.xml" Id="Rccaf47c4f807461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9ac80f3b1e4a29"/>
    <p:sldLayoutId xmlns:r="http://schemas.openxmlformats.org/officeDocument/2006/relationships" id="2147483650" r:id="Rca7734c1e90641d9"/>
    <p:sldLayoutId xmlns:r="http://schemas.openxmlformats.org/officeDocument/2006/relationships" id="2147483651" r:id="R415e32a612944ed1"/>
    <p:sldLayoutId xmlns:r="http://schemas.openxmlformats.org/officeDocument/2006/relationships" id="2147483652" r:id="R80868ad472104ab5"/>
    <p:sldLayoutId xmlns:r="http://schemas.openxmlformats.org/officeDocument/2006/relationships" id="2147483653" r:id="Ra2f0bc83e6094cca"/>
    <p:sldLayoutId xmlns:r="http://schemas.openxmlformats.org/officeDocument/2006/relationships" id="2147483654" r:id="R5d055d01aec74d1a"/>
    <p:sldLayoutId xmlns:r="http://schemas.openxmlformats.org/officeDocument/2006/relationships" id="2147483655" r:id="R54381eac7972418c"/>
    <p:sldLayoutId xmlns:r="http://schemas.openxmlformats.org/officeDocument/2006/relationships" id="2147483656" r:id="R35cb1e4f074a425c"/>
    <p:sldLayoutId xmlns:r="http://schemas.openxmlformats.org/officeDocument/2006/relationships" id="2147483657" r:id="R2850132a27a64059"/>
    <p:sldLayoutId xmlns:r="http://schemas.openxmlformats.org/officeDocument/2006/relationships" id="2147483658" r:id="Rc241df98b9704860"/>
    <p:sldLayoutId xmlns:r="http://schemas.openxmlformats.org/officeDocument/2006/relationships" id="2147483659" r:id="Rccaf47c4f807461f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16c0a0fdaa7474c" /><Relationship Type="http://schemas.openxmlformats.org/officeDocument/2006/relationships/image" Target="/ppt/media/image.png" Id="R7a53901e7be245df" /><Relationship Type="http://schemas.openxmlformats.org/officeDocument/2006/relationships/image" Target="/ppt/media/image2.png" Id="R3b45ddcf3c0e4bef" /><Relationship Type="http://schemas.openxmlformats.org/officeDocument/2006/relationships/image" Target="/ppt/media/image3.png" Id="R757b82de57c84937" /><Relationship Type="http://schemas.openxmlformats.org/officeDocument/2006/relationships/image" Target="/ppt/media/image4.png" Id="Rfa3302bdaf8941f2" /><Relationship Type="http://schemas.openxmlformats.org/officeDocument/2006/relationships/image" Target="/ppt/media/image5.png" Id="R791f4e7a44024df8" /><Relationship Type="http://schemas.openxmlformats.org/officeDocument/2006/relationships/image" Target="/ppt/media/image6.png" Id="R90b90a793076446b" /><Relationship Type="http://schemas.openxmlformats.org/officeDocument/2006/relationships/notesSlide" Target="/ppt/notesSlides/notesSlide1.xml" Id="Rcfebc24fe99d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ff985c28b841f5" /><Relationship Type="http://schemas.openxmlformats.org/officeDocument/2006/relationships/image" Target="/ppt/media/image7.png" Id="R468fd2b4c5214407" /><Relationship Type="http://schemas.openxmlformats.org/officeDocument/2006/relationships/image" Target="/ppt/media/image8.png" Id="R29ea8390d1644ab7" /><Relationship Type="http://schemas.openxmlformats.org/officeDocument/2006/relationships/image" Target="/ppt/media/image9.png" Id="Rc4e732920c8a4425" /><Relationship Type="http://schemas.openxmlformats.org/officeDocument/2006/relationships/image" Target="/ppt/media/image10.png" Id="R21bfabd5c33e46e2" /><Relationship Type="http://schemas.openxmlformats.org/officeDocument/2006/relationships/image" Target="/ppt/media/image11.png" Id="R27e335b854864c9a" /><Relationship Type="http://schemas.openxmlformats.org/officeDocument/2006/relationships/image" Target="/ppt/media/image12.png" Id="R0fe8b19ccb4243ea" /><Relationship Type="http://schemas.openxmlformats.org/officeDocument/2006/relationships/notesSlide" Target="/ppt/notesSlides/notesSlide2.xml" Id="R1d7e4b37757148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f0323f8ed447d4" /><Relationship Type="http://schemas.openxmlformats.org/officeDocument/2006/relationships/image" Target="/ppt/media/image12.png" Id="Rd660102e837e41bc" /><Relationship Type="http://schemas.openxmlformats.org/officeDocument/2006/relationships/image" Target="/ppt/media/image7.png" Id="R3d314761270b43f5" /><Relationship Type="http://schemas.openxmlformats.org/officeDocument/2006/relationships/image" Target="/ppt/media/image8.png" Id="R141946eb69f4434a" /><Relationship Type="http://schemas.openxmlformats.org/officeDocument/2006/relationships/image" Target="/ppt/media/image9.png" Id="Rc77877a5f7a2467b" /><Relationship Type="http://schemas.openxmlformats.org/officeDocument/2006/relationships/image" Target="/ppt/media/image13.png" Id="R07baafc3dc1b465e" /><Relationship Type="http://schemas.openxmlformats.org/officeDocument/2006/relationships/image" Target="/ppt/media/image14.png" Id="Rf9c3de4048224891" /><Relationship Type="http://schemas.openxmlformats.org/officeDocument/2006/relationships/image" Target="/ppt/media/image15.png" Id="Rf2a4a4850df94a84" /><Relationship Type="http://schemas.openxmlformats.org/officeDocument/2006/relationships/image" Target="/ppt/media/image16.png" Id="Re7ddb31729c34cdd" /><Relationship Type="http://schemas.openxmlformats.org/officeDocument/2006/relationships/notesSlide" Target="/ppt/notesSlides/notesSlide3.xml" Id="Rd155fb26d55e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d3ecd29f0d4762" /><Relationship Type="http://schemas.openxmlformats.org/officeDocument/2006/relationships/image" Target="/ppt/media/image12.png" Id="R4daf994cdb034da0" /><Relationship Type="http://schemas.openxmlformats.org/officeDocument/2006/relationships/image" Target="/ppt/media/image7.png" Id="Rda1c365ae91d46ab" /><Relationship Type="http://schemas.openxmlformats.org/officeDocument/2006/relationships/image" Target="/ppt/media/image8.png" Id="Rfa106cd0cbcc4115" /><Relationship Type="http://schemas.openxmlformats.org/officeDocument/2006/relationships/image" Target="/ppt/media/image9.png" Id="Rfef3b1e0f22f4095" /><Relationship Type="http://schemas.openxmlformats.org/officeDocument/2006/relationships/image" Target="/ppt/media/image17.png" Id="R1b1914d803ae4086" /><Relationship Type="http://schemas.openxmlformats.org/officeDocument/2006/relationships/image" Target="/ppt/media/image18.png" Id="Rcd842ebbaa334cc0" /><Relationship Type="http://schemas.openxmlformats.org/officeDocument/2006/relationships/notesSlide" Target="/ppt/notesSlides/notesSlide4.xml" Id="R2cdfd1cebb38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263cfdc99b42ff" /><Relationship Type="http://schemas.openxmlformats.org/officeDocument/2006/relationships/image" Target="/ppt/media/image12.png" Id="R5ac192312292445f" /><Relationship Type="http://schemas.openxmlformats.org/officeDocument/2006/relationships/image" Target="/ppt/media/image7.png" Id="R4ae7bbabe0a44f47" /><Relationship Type="http://schemas.openxmlformats.org/officeDocument/2006/relationships/image" Target="/ppt/media/image8.png" Id="R93971d706df0412c" /><Relationship Type="http://schemas.openxmlformats.org/officeDocument/2006/relationships/image" Target="/ppt/media/image9.png" Id="R706ce6e8aadc4c8e" /><Relationship Type="http://schemas.openxmlformats.org/officeDocument/2006/relationships/image" Target="/ppt/media/image19.png" Id="R41e16945362f4a3a" /><Relationship Type="http://schemas.openxmlformats.org/officeDocument/2006/relationships/image" Target="/ppt/media/image20.png" Id="Reeec525d60ad4565" /><Relationship Type="http://schemas.openxmlformats.org/officeDocument/2006/relationships/notesSlide" Target="/ppt/notesSlides/notesSlide5.xml" Id="R5b5fa13f430942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b916257bc64142" /><Relationship Type="http://schemas.openxmlformats.org/officeDocument/2006/relationships/image" Target="/ppt/media/image12.png" Id="Rb1de0109eb3b4d46" /><Relationship Type="http://schemas.openxmlformats.org/officeDocument/2006/relationships/image" Target="/ppt/media/image7.png" Id="Rccea7aa6ee554ae9" /><Relationship Type="http://schemas.openxmlformats.org/officeDocument/2006/relationships/image" Target="/ppt/media/image8.png" Id="Rb701f3fb43d846a2" /><Relationship Type="http://schemas.openxmlformats.org/officeDocument/2006/relationships/image" Target="/ppt/media/image9.png" Id="R4eadfe0e075b41a0" /><Relationship Type="http://schemas.openxmlformats.org/officeDocument/2006/relationships/image" Target="/ppt/media/image21.png" Id="Rfa8e26dfd08b4e7e" /><Relationship Type="http://schemas.openxmlformats.org/officeDocument/2006/relationships/image" Target="/ppt/media/image22.png" Id="Re108b990950f442d" /><Relationship Type="http://schemas.openxmlformats.org/officeDocument/2006/relationships/image" Target="/ppt/media/image23.png" Id="Rdae1d05f92f54ab8" /><Relationship Type="http://schemas.openxmlformats.org/officeDocument/2006/relationships/notesSlide" Target="/ppt/notesSlides/notesSlide6.xml" Id="Re366f1569e634b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de64199b824b9b" /><Relationship Type="http://schemas.openxmlformats.org/officeDocument/2006/relationships/image" Target="/ppt/media/image12.png" Id="Rf90f1906aa114cd7" /><Relationship Type="http://schemas.openxmlformats.org/officeDocument/2006/relationships/image" Target="/ppt/media/image7.png" Id="Rf508efea69344701" /><Relationship Type="http://schemas.openxmlformats.org/officeDocument/2006/relationships/image" Target="/ppt/media/image8.png" Id="R9d5bb7bdc7fa4b35" /><Relationship Type="http://schemas.openxmlformats.org/officeDocument/2006/relationships/image" Target="/ppt/media/image9.png" Id="Re3967a8ebfb346f2" /><Relationship Type="http://schemas.openxmlformats.org/officeDocument/2006/relationships/image" Target="/ppt/media/image24.png" Id="R4dbcbb766dae4106" /><Relationship Type="http://schemas.openxmlformats.org/officeDocument/2006/relationships/image" Target="/ppt/media/image25.png" Id="R065639ee25db4dac" /><Relationship Type="http://schemas.openxmlformats.org/officeDocument/2006/relationships/image" Target="/ppt/media/image26.png" Id="Rd85b105d92364d6e" /><Relationship Type="http://schemas.openxmlformats.org/officeDocument/2006/relationships/notesSlide" Target="/ppt/notesSlides/notesSlide7.xml" Id="R983f7deac4ac41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750552bf804de7" /><Relationship Type="http://schemas.openxmlformats.org/officeDocument/2006/relationships/image" Target="/ppt/media/image12.png" Id="R015ac5a6b6cc46c7" /><Relationship Type="http://schemas.openxmlformats.org/officeDocument/2006/relationships/image" Target="/ppt/media/image7.png" Id="Ra4a5a898ee2448d9" /><Relationship Type="http://schemas.openxmlformats.org/officeDocument/2006/relationships/image" Target="/ppt/media/image8.png" Id="Rdda70f082ea94429" /><Relationship Type="http://schemas.openxmlformats.org/officeDocument/2006/relationships/image" Target="/ppt/media/image9.png" Id="R3be4b52da79e495e" /><Relationship Type="http://schemas.openxmlformats.org/officeDocument/2006/relationships/image" Target="/ppt/media/image27.png" Id="Rdf4ecf299e9f4a17" /><Relationship Type="http://schemas.openxmlformats.org/officeDocument/2006/relationships/image" Target="/ppt/media/image28.png" Id="Rfa65eafb24534655" /><Relationship Type="http://schemas.openxmlformats.org/officeDocument/2006/relationships/image" Target="/ppt/media/image29.png" Id="Rff33b947896245c6" /><Relationship Type="http://schemas.openxmlformats.org/officeDocument/2006/relationships/image" Target="/ppt/media/image30.png" Id="Rcee4909f398f4c0a" /><Relationship Type="http://schemas.openxmlformats.org/officeDocument/2006/relationships/image" Target="/ppt/media/image31.png" Id="R023e97e51b2544b2" /><Relationship Type="http://schemas.openxmlformats.org/officeDocument/2006/relationships/image" Target="/ppt/media/image32.png" Id="R73d1057580f5489d" /><Relationship Type="http://schemas.openxmlformats.org/officeDocument/2006/relationships/image" Target="/ppt/media/image33.png" Id="R499612bde03048da" /><Relationship Type="http://schemas.openxmlformats.org/officeDocument/2006/relationships/image" Target="/ppt/media/image34.png" Id="R39cd8cc0ec584133" /><Relationship Type="http://schemas.openxmlformats.org/officeDocument/2006/relationships/image" Target="/ppt/media/image35.png" Id="R23305db31fb543c9" /><Relationship Type="http://schemas.openxmlformats.org/officeDocument/2006/relationships/image" Target="/ppt/media/image11.png" Id="Rcf11af4a1cd04a0a" /><Relationship Type="http://schemas.openxmlformats.org/officeDocument/2006/relationships/notesSlide" Target="/ppt/notesSlides/notesSlide8.xml" Id="R12df56d1b17a40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eee87b91da646a0" /><Relationship Type="http://schemas.openxmlformats.org/officeDocument/2006/relationships/image" Target="/ppt/media/image12.png" Id="R9c48033988c84933" /><Relationship Type="http://schemas.openxmlformats.org/officeDocument/2006/relationships/image" Target="/ppt/media/image7.png" Id="Ra0405f7913934de0" /><Relationship Type="http://schemas.openxmlformats.org/officeDocument/2006/relationships/image" Target="/ppt/media/image8.png" Id="R16e1aa7e0f184d70" /><Relationship Type="http://schemas.openxmlformats.org/officeDocument/2006/relationships/image" Target="/ppt/media/image9.png" Id="R769cf09f3b7a497e" /><Relationship Type="http://schemas.openxmlformats.org/officeDocument/2006/relationships/image" Target="/ppt/media/image19.png" Id="R31f8a7d3ed434a6b" /><Relationship Type="http://schemas.openxmlformats.org/officeDocument/2006/relationships/image" Target="/ppt/media/image20.png" Id="Rc9415e52b2ab4e41" /><Relationship Type="http://schemas.openxmlformats.org/officeDocument/2006/relationships/notesSlide" Target="/ppt/notesSlides/notesSlide9.xml" Id="Rd2d4b66218c14a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7454578cc24f3f" /><Relationship Type="http://schemas.openxmlformats.org/officeDocument/2006/relationships/image" Target="/ppt/media/image12.png" Id="R7db85943daaa417d" /><Relationship Type="http://schemas.openxmlformats.org/officeDocument/2006/relationships/image" Target="/ppt/media/image7.png" Id="Rcc407f3ef5e14d79" /><Relationship Type="http://schemas.openxmlformats.org/officeDocument/2006/relationships/image" Target="/ppt/media/image8.png" Id="Re901305d94b34e50" /><Relationship Type="http://schemas.openxmlformats.org/officeDocument/2006/relationships/image" Target="/ppt/media/image9.png" Id="R0b41a9eb42b74ecc" /><Relationship Type="http://schemas.openxmlformats.org/officeDocument/2006/relationships/image" Target="/ppt/media/image36.png" Id="Rf3246afd94e74ed3" /><Relationship Type="http://schemas.openxmlformats.org/officeDocument/2006/relationships/image" Target="/ppt/media/image37.png" Id="R554a98f9bcfc43a4" /><Relationship Type="http://schemas.openxmlformats.org/officeDocument/2006/relationships/image" Target="/ppt/media/image38.png" Id="R28f15d79ab1c40a7" /><Relationship Type="http://schemas.openxmlformats.org/officeDocument/2006/relationships/image" Target="/ppt/media/image39.png" Id="Reeb2fb338f5d4730" /><Relationship Type="http://schemas.openxmlformats.org/officeDocument/2006/relationships/image" Target="/ppt/media/image40.png" Id="R74e73a1845c549d5" /><Relationship Type="http://schemas.openxmlformats.org/officeDocument/2006/relationships/image" Target="/ppt/media/image41.png" Id="R3bc8e3f7d8d849ff" /><Relationship Type="http://schemas.openxmlformats.org/officeDocument/2006/relationships/notesSlide" Target="/ppt/notesSlides/notesSlide10.xml" Id="R6e9e637209e44d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065d198e6894c7a" /><Relationship Type="http://schemas.openxmlformats.org/officeDocument/2006/relationships/image" Target="/ppt/media/image42.png" Id="R7d8d4146071c4880" /><Relationship Type="http://schemas.openxmlformats.org/officeDocument/2006/relationships/image" Target="/ppt/media/image43.png" Id="R7928fd7a90864a27" /><Relationship Type="http://schemas.openxmlformats.org/officeDocument/2006/relationships/image" Target="/ppt/media/image44.png" Id="R0c237102b7134b4f" /><Relationship Type="http://schemas.openxmlformats.org/officeDocument/2006/relationships/notesSlide" Target="/ppt/notesSlides/notesSlide11.xml" Id="R22521cd8104840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Freeform 3">
            <a:extLst xmlns:a="http://schemas.openxmlformats.org/drawingml/2006/main">
              <a:ext uri="{FF2B5EF4-FFF2-40B4-BE49-F238E27FC236}">
                <a16:creationId xmlns:a16="http://schemas.microsoft.com/office/drawing/2014/main" id="{0F4F1F45-D13E-4FB7-952F-55D2020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7280" cy="10286640"/>
          </a:xfrm>
          <a:custGeom xmlns:a="http://schemas.openxmlformats.org/drawingml/2006/main"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4">
            <a:extLst xmlns:a="http://schemas.openxmlformats.org/drawingml/2006/main">
              <a:ext uri="{FF2B5EF4-FFF2-40B4-BE49-F238E27FC236}">
                <a16:creationId xmlns:a16="http://schemas.microsoft.com/office/drawing/2014/main" id="{04BFF3CD-4F07-4F34-9DC8-4E3AF39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-1802160"/>
            <a:ext cx="8503560" cy="715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54000"/>
              </a:lnSpc>
              <a:buNone/>
            </a:pPr>
            <a:r>
              <a:rPr sz="450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01</a:t>
            </a:r>
            <a:endParaRPr sz="45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Freeform 6">
            <a:extLst xmlns:a="http://schemas.openxmlformats.org/drawingml/2006/main">
              <a:ext uri="{FF2B5EF4-FFF2-40B4-BE49-F238E27FC236}">
                <a16:creationId xmlns:a16="http://schemas.microsoft.com/office/drawing/2014/main" id="{CC8FA6CA-A403-4176-A16A-3C84E36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240960"/>
            <a:ext cx="12344040" cy="479880"/>
          </a:xfrm>
          <a:custGeom xmlns:a="http://schemas.openxmlformats.org/drawingml/2006/main">
            <a:gdLst>
              <a:gd name="textAreaLeft" fmla="*/ 0 w 12344040"/>
              <a:gd name="textAreaRight" fmla="*/ 12344400 w 1234404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6459200" h="640080">
                <a:moveTo>
                  <a:pt x="0" y="0"/>
                </a:moveTo>
                <a:lnTo>
                  <a:pt x="16459200" y="0"/>
                </a:lnTo>
                <a:lnTo>
                  <a:pt x="1645920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a53901e7be245d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Box 7">
            <a:extLst xmlns:a="http://schemas.openxmlformats.org/drawingml/2006/main">
              <a:ext uri="{FF2B5EF4-FFF2-40B4-BE49-F238E27FC236}">
                <a16:creationId xmlns:a16="http://schemas.microsoft.com/office/drawing/2014/main" id="{81125DD5-6AA2-4DF3-B472-9AFBF1D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219360"/>
            <a:ext cx="1234404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981"/>
              </a:lnSpc>
              <a:buNone/>
            </a:pPr>
            <a:r>
              <a:rPr sz="165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PITCH DECK · CURSO TÉCNICO EM DESENVOLVIMENTO DE SISTEMAS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Freeform 9">
            <a:extLst xmlns:a="http://schemas.openxmlformats.org/drawingml/2006/main">
              <a:ext uri="{FF2B5EF4-FFF2-40B4-BE49-F238E27FC236}">
                <a16:creationId xmlns:a16="http://schemas.microsoft.com/office/drawing/2014/main" id="{BCB29B1E-3AEF-49AB-8D0D-4B6F08D3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40" y="6720840"/>
            <a:ext cx="15087240" cy="1440000"/>
          </a:xfrm>
          <a:custGeom xmlns:a="http://schemas.openxmlformats.org/drawingml/2006/main">
            <a:gdLst>
              <a:gd name="textAreaLeft" fmla="*/ 0 w 15087240"/>
              <a:gd name="textAreaRight" fmla="*/ 15087600 w 15087240"/>
              <a:gd name="textAreaTop" fmla="*/ 0 h 1440000"/>
              <a:gd name="textAreaBottom" fmla="*/ 1440360 h 1440000"/>
            </a:gdLst>
            <a:rect l="textAreaLeft" t="textAreaTop" r="textAreaRight" b="textAreaBottom"/>
            <a:pathLst>
              <a:path w="20116800" h="1920240">
                <a:moveTo>
                  <a:pt x="0" y="0"/>
                </a:moveTo>
                <a:lnTo>
                  <a:pt x="20116800" y="0"/>
                </a:lnTo>
                <a:lnTo>
                  <a:pt x="20116800" y="1920240"/>
                </a:lnTo>
                <a:lnTo>
                  <a:pt x="0" y="19202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45ddcf3c0e4be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D14EB0-F88F-4CC0-9C15-EB659D7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40" y="6706440"/>
            <a:ext cx="15087240" cy="145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0800"/>
              </a:lnSpc>
              <a:buNone/>
            </a:pPr>
            <a:r>
              <a:rPr sz="9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</a:t>
            </a:r>
            <a:endParaRPr sz="9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EB683C4-EFB1-4DD0-A7A5-FCB1EAEA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229600"/>
            <a:ext cx="10423800" cy="959760"/>
          </a:xfrm>
          <a:custGeom xmlns:a="http://schemas.openxmlformats.org/drawingml/2006/main">
            <a:gdLst>
              <a:gd name="textAreaLeft" fmla="*/ 0 w 10423800"/>
              <a:gd name="textAreaRight" fmla="*/ 10424160 w 10423800"/>
              <a:gd name="textAreaTop" fmla="*/ 0 h 959760"/>
              <a:gd name="textAreaBottom" fmla="*/ 960120 h 959760"/>
            </a:gdLst>
            <a:rect l="textAreaLeft" t="textAreaTop" r="textAreaRight" b="textAreaBottom"/>
            <a:pathLst>
              <a:path w="13898880" h="1280160">
                <a:moveTo>
                  <a:pt x="0" y="0"/>
                </a:moveTo>
                <a:lnTo>
                  <a:pt x="13898880" y="0"/>
                </a:lnTo>
                <a:lnTo>
                  <a:pt x="13898880" y="1280160"/>
                </a:lnTo>
                <a:lnTo>
                  <a:pt x="0" y="128016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57b82de57c8493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2F31ED9-33DD-43EB-A5B2-5CF4D5BF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8179560"/>
            <a:ext cx="10423800" cy="10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240"/>
              </a:lnSpc>
              <a:buNone/>
            </a:pPr>
            <a:r>
              <a:rPr sz="2320" b="0" i="1" u="none">
                <a:solidFill>
                  <a:srgbClr val="C9D6CB"/>
                </a:solidFill>
                <a:latin typeface="Cambria Italics"/>
                <a:ea typeface="Cambria Italics"/>
                <a:cs typeface="Cambria Italics"/>
              </a:rPr>
              <a:t>“Gestão rural sem complicação.” Simples para começar e preparado para crescer junto com o produtor.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B9AC3F2-521E-4439-9531-83C8FBD2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5966640"/>
            <a:ext cx="4114440" cy="411120"/>
          </a:xfrm>
          <a:custGeom xmlns:a="http://schemas.openxmlformats.org/drawingml/2006/main">
            <a:gdLst>
              <a:gd name="textAreaLeft" fmla="*/ 0 w 4114440"/>
              <a:gd name="textAreaRight" fmla="*/ 4114800 w 411444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5486400" h="548640">
                <a:moveTo>
                  <a:pt x="0" y="0"/>
                </a:moveTo>
                <a:lnTo>
                  <a:pt x="5486400" y="0"/>
                </a:lnTo>
                <a:lnTo>
                  <a:pt x="548640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a3302bdaf8941f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A3D61D-89D1-4A17-A0AD-3E8C131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5937840"/>
            <a:ext cx="4114440" cy="43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00"/>
              </a:lnSpc>
              <a:buNone/>
            </a:pPr>
            <a:r>
              <a:rPr sz="158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ODS RELACIONADOS</a:t>
            </a:r>
            <a:endParaRPr sz="15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995DBC55-65C6-421B-A2A3-73E62EC4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64738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E5243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E9BC273D-06C6-4B43-B7B6-87A6359E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65836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91f4e7a44024df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Box 21">
            <a:extLst xmlns:a="http://schemas.openxmlformats.org/drawingml/2006/main">
              <a:ext uri="{FF2B5EF4-FFF2-40B4-BE49-F238E27FC236}">
                <a16:creationId xmlns:a16="http://schemas.microsoft.com/office/drawing/2014/main" id="{9745359C-B840-4ECE-9482-38CB16E2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65764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8D1DBA7-B0A2-4008-8D73-11944B4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71596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0b90a79307644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Box 24">
            <a:extLst xmlns:a="http://schemas.openxmlformats.org/drawingml/2006/main">
              <a:ext uri="{FF2B5EF4-FFF2-40B4-BE49-F238E27FC236}">
                <a16:creationId xmlns:a16="http://schemas.microsoft.com/office/drawing/2014/main" id="{AB5D6443-2331-4B65-B756-47E2813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713844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Erradicação da Pobreza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9BFDA62-D053-4649-9A7A-96E91C2C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7800" y="64738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A63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07F00A0-1988-4501-8D58-BEB6D0A6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65836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91f4e7a44024df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TextBox 29">
            <a:extLst xmlns:a="http://schemas.openxmlformats.org/drawingml/2006/main">
              <a:ext uri="{FF2B5EF4-FFF2-40B4-BE49-F238E27FC236}">
                <a16:creationId xmlns:a16="http://schemas.microsoft.com/office/drawing/2014/main" id="{7D13C933-FB39-4E1A-A258-F807225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65764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E68EA65-91E9-41BD-81CC-68D4B3D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71596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0b90a79307644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Box 32">
            <a:extLst xmlns:a="http://schemas.openxmlformats.org/drawingml/2006/main">
              <a:ext uri="{FF2B5EF4-FFF2-40B4-BE49-F238E27FC236}">
                <a16:creationId xmlns:a16="http://schemas.microsoft.com/office/drawing/2014/main" id="{7162A968-CC9C-468B-96AD-4519E8A5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713844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Fome Zero e Agricultura Sustentável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6C611EA-2AE5-40B9-8C5E-00595F0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60" y="83530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A2194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Freeform 36">
            <a:extLst xmlns:a="http://schemas.openxmlformats.org/drawingml/2006/main">
              <a:ext uri="{FF2B5EF4-FFF2-40B4-BE49-F238E27FC236}">
                <a16:creationId xmlns:a16="http://schemas.microsoft.com/office/drawing/2014/main" id="{C4D600DF-C148-4A38-89C9-8B94D320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84628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91f4e7a44024df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37">
            <a:extLst xmlns:a="http://schemas.openxmlformats.org/drawingml/2006/main">
              <a:ext uri="{FF2B5EF4-FFF2-40B4-BE49-F238E27FC236}">
                <a16:creationId xmlns:a16="http://schemas.microsoft.com/office/drawing/2014/main" id="{2B579BF3-8E9A-4376-8271-A279421F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84556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8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Freeform 39">
            <a:extLst xmlns:a="http://schemas.openxmlformats.org/drawingml/2006/main">
              <a:ext uri="{FF2B5EF4-FFF2-40B4-BE49-F238E27FC236}">
                <a16:creationId xmlns:a16="http://schemas.microsoft.com/office/drawing/2014/main" id="{B1779DB7-97A2-4DA2-BC16-B13F385F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90388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0b90a79307644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D8B4EE9-7CB9-4B02-BCA0-8B1BC58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6120" y="901728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Trabalho Decente e Crescimento Econômico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C5820D8-1CC2-4CA0-BBF7-0252DE38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7800" y="8353080"/>
            <a:ext cx="1577160" cy="1577160"/>
          </a:xfrm>
          <a:custGeom xmlns:a="http://schemas.openxmlformats.org/drawingml/2006/main">
            <a:gdLst>
              <a:gd name="textAreaLeft" fmla="*/ 0 w 1577160"/>
              <a:gd name="textAreaRight" fmla="*/ 1577520 w 1577160"/>
              <a:gd name="textAreaTop" fmla="*/ 0 h 1577160"/>
              <a:gd name="textAreaBottom" fmla="*/ 1577520 h 1577160"/>
            </a:gdLst>
            <a:rect l="textAreaLeft" t="textAreaTop" r="textAreaRight" b="textAreaBottom"/>
            <a:pathLst>
              <a:path w="2103120" h="2103120">
                <a:moveTo>
                  <a:pt x="0" y="0"/>
                </a:moveTo>
                <a:lnTo>
                  <a:pt x="2103120" y="0"/>
                </a:lnTo>
                <a:lnTo>
                  <a:pt x="2103120" y="2103120"/>
                </a:lnTo>
                <a:lnTo>
                  <a:pt x="0" y="2103120"/>
                </a:lnTo>
                <a:close/>
              </a:path>
            </a:pathLst>
          </a:custGeom>
          <a:solidFill xmlns:a="http://schemas.openxmlformats.org/drawingml/2006/main">
            <a:srgbClr val="DD136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902AD41-DDED-4AEE-BB71-A6820F2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8462880"/>
            <a:ext cx="1302840" cy="57564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575640"/>
              <a:gd name="textAreaBottom" fmla="*/ 576000 h 575640"/>
            </a:gdLst>
            <a:rect l="textAreaLeft" t="textAreaTop" r="textAreaRight" b="textAreaBottom"/>
            <a:pathLst>
              <a:path w="1737360" h="768096">
                <a:moveTo>
                  <a:pt x="0" y="0"/>
                </a:moveTo>
                <a:lnTo>
                  <a:pt x="1737360" y="0"/>
                </a:lnTo>
                <a:lnTo>
                  <a:pt x="1737360" y="768096"/>
                </a:lnTo>
                <a:lnTo>
                  <a:pt x="0" y="7680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91f4e7a44024df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Box 45">
            <a:extLst xmlns:a="http://schemas.openxmlformats.org/drawingml/2006/main">
              <a:ext uri="{FF2B5EF4-FFF2-40B4-BE49-F238E27FC236}">
                <a16:creationId xmlns:a16="http://schemas.microsoft.com/office/drawing/2014/main" id="{D28B6D57-FD26-47F3-B501-5655EE5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8455680"/>
            <a:ext cx="1302840" cy="58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10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0C146D2-5901-42D1-A539-B7E2EC0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9038880"/>
            <a:ext cx="1302840" cy="822600"/>
          </a:xfrm>
          <a:custGeom xmlns:a="http://schemas.openxmlformats.org/drawingml/2006/main">
            <a:gdLst>
              <a:gd name="textAreaLeft" fmla="*/ 0 w 1302840"/>
              <a:gd name="textAreaRight" fmla="*/ 1303200 w 13028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737360" h="1097280">
                <a:moveTo>
                  <a:pt x="0" y="0"/>
                </a:moveTo>
                <a:lnTo>
                  <a:pt x="1737360" y="0"/>
                </a:lnTo>
                <a:lnTo>
                  <a:pt x="1737360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0b90a79307644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Box 48">
            <a:extLst xmlns:a="http://schemas.openxmlformats.org/drawingml/2006/main">
              <a:ext uri="{FF2B5EF4-FFF2-40B4-BE49-F238E27FC236}">
                <a16:creationId xmlns:a16="http://schemas.microsoft.com/office/drawing/2014/main" id="{7ACBAB88-DA09-4F88-B5D9-0A73BA8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960" y="9017280"/>
            <a:ext cx="1302840" cy="84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78"/>
              </a:lnSpc>
              <a:buNone/>
            </a:pPr>
            <a:r>
              <a:rPr sz="1280" b="0" u="none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Redução das Desigualdades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7172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Freeform 3">
            <a:extLst xmlns:a="http://schemas.openxmlformats.org/drawingml/2006/main">
              <a:ext uri="{FF2B5EF4-FFF2-40B4-BE49-F238E27FC236}">
                <a16:creationId xmlns:a16="http://schemas.microsoft.com/office/drawing/2014/main" id="{9B973A4F-A694-41F9-9DB1-ADD2D843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Freeform 5">
            <a:extLst xmlns:a="http://schemas.openxmlformats.org/drawingml/2006/main">
              <a:ext uri="{FF2B5EF4-FFF2-40B4-BE49-F238E27FC236}">
                <a16:creationId xmlns:a16="http://schemas.microsoft.com/office/drawing/2014/main" id="{EBB04AE5-B975-4080-9F8C-0205A3C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Freeform 7">
            <a:extLst xmlns:a="http://schemas.openxmlformats.org/drawingml/2006/main">
              <a:ext uri="{FF2B5EF4-FFF2-40B4-BE49-F238E27FC236}">
                <a16:creationId xmlns:a16="http://schemas.microsoft.com/office/drawing/2014/main" id="{AA9435F9-EC4F-46DC-BB48-7AD296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68fd2b4c521440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Box 8">
            <a:extLst xmlns:a="http://schemas.openxmlformats.org/drawingml/2006/main">
              <a:ext uri="{FF2B5EF4-FFF2-40B4-BE49-F238E27FC236}">
                <a16:creationId xmlns:a16="http://schemas.microsoft.com/office/drawing/2014/main" id="{5D147EEC-B504-45F0-B43B-5EEB659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O PROBLEMA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Box 9">
            <a:extLst xmlns:a="http://schemas.openxmlformats.org/drawingml/2006/main">
              <a:ext uri="{FF2B5EF4-FFF2-40B4-BE49-F238E27FC236}">
                <a16:creationId xmlns:a16="http://schemas.microsoft.com/office/drawing/2014/main" id="{1C0E727B-B092-430E-A3B2-79980639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Seu José cuida de tudo sozinho, no caderno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BB7E781-F31B-425C-8E58-7DB5757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9ea8390d1644ab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E4B4047-5F04-48F3-A22F-825E45EB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72D9F8A-6F98-41AA-98D8-A18282F5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4e732920c8a442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BB75AA-65DE-4800-9994-A7D91B4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02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7428F1F-3A07-4899-AE56-9C7AF29B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1bfabd5c33e46e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8A978F-BBC2-4927-847F-620D024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436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01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578B3BC-1E07-41D6-A866-6943F2BD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50876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7e335b854864c9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B30E0C-3DA7-4C57-811B-80F6CAA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44432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Cuida da produção e do dinheiro ao mesmo tempo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A6CB15B-7F42-4E5A-8D8C-F8789FC8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0052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EB0AF57-A1D9-47DB-A17D-C539375C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6448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1bfabd5c33e46e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Box 25">
            <a:extLst xmlns:a="http://schemas.openxmlformats.org/drawingml/2006/main">
              <a:ext uri="{FF2B5EF4-FFF2-40B4-BE49-F238E27FC236}">
                <a16:creationId xmlns:a16="http://schemas.microsoft.com/office/drawing/2014/main" id="{554D6B7C-42D9-4BD8-ABD7-FD4EC72E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008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02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20FB57ED-05F7-4C20-B009-848554E7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6448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7e335b854864c9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8B6E8A-675F-4250-AA30-7B1676F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20004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Anota tudo em caderno, WhatsApp ou de memória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2DCFA87B-FC01-4650-B106-B74C002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761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Freeform 31">
            <a:extLst xmlns:a="http://schemas.openxmlformats.org/drawingml/2006/main">
              <a:ext uri="{FF2B5EF4-FFF2-40B4-BE49-F238E27FC236}">
                <a16:creationId xmlns:a16="http://schemas.microsoft.com/office/drawing/2014/main" id="{2061DABA-290B-4A15-8131-8BAA2B0E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2020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1bfabd5c33e46e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Box 32">
            <a:extLst xmlns:a="http://schemas.openxmlformats.org/drawingml/2006/main">
              <a:ext uri="{FF2B5EF4-FFF2-40B4-BE49-F238E27FC236}">
                <a16:creationId xmlns:a16="http://schemas.microsoft.com/office/drawing/2014/main" id="{4DFC2810-BA88-429C-BBF8-79CA12C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0580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03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6EE0C8F-B495-4DA8-B097-D39541D0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02020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7e335b854864c9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35">
            <a:extLst xmlns:a="http://schemas.openxmlformats.org/drawingml/2006/main">
              <a:ext uri="{FF2B5EF4-FFF2-40B4-BE49-F238E27FC236}">
                <a16:creationId xmlns:a16="http://schemas.microsoft.com/office/drawing/2014/main" id="{1F2D2719-EF92-4DED-8C42-8D83E39C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95576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Sistemas prontos costumam ser caros e complicados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C40F4038-E95D-41B2-8A33-43B23FF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5167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C3ABB7E-29E1-42D9-A3C9-861B9EF0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75560"/>
            <a:ext cx="1371240" cy="14122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828800" h="1883664">
                <a:moveTo>
                  <a:pt x="0" y="0"/>
                </a:moveTo>
                <a:lnTo>
                  <a:pt x="1828800" y="0"/>
                </a:lnTo>
                <a:lnTo>
                  <a:pt x="182880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1bfabd5c33e46e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39">
            <a:extLst xmlns:a="http://schemas.openxmlformats.org/drawingml/2006/main">
              <a:ext uri="{FF2B5EF4-FFF2-40B4-BE49-F238E27FC236}">
                <a16:creationId xmlns:a16="http://schemas.microsoft.com/office/drawing/2014/main" id="{6745D41F-EDB0-4458-BF06-DA9277B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61520"/>
            <a:ext cx="1371240" cy="142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6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04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35AB947-8E7E-49F0-8DB2-CB6DBD9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fe8b19ccb4243e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Box 42">
            <a:extLst xmlns:a="http://schemas.openxmlformats.org/drawingml/2006/main">
              <a:ext uri="{FF2B5EF4-FFF2-40B4-BE49-F238E27FC236}">
                <a16:creationId xmlns:a16="http://schemas.microsoft.com/office/drawing/2014/main" id="{881777E0-DCA4-4667-8D14-CEBAC97E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02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A0679D6-C43D-49D2-9977-77AE4E03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6775560"/>
            <a:ext cx="9714600" cy="1412280"/>
          </a:xfrm>
          <a:custGeom xmlns:a="http://schemas.openxmlformats.org/drawingml/2006/main">
            <a:gdLst>
              <a:gd name="textAreaLeft" fmla="*/ 0 w 9714600"/>
              <a:gd name="textAreaRight" fmla="*/ 9714960 w 971460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953390" h="1883664">
                <a:moveTo>
                  <a:pt x="0" y="0"/>
                </a:moveTo>
                <a:lnTo>
                  <a:pt x="12953390" y="0"/>
                </a:lnTo>
                <a:lnTo>
                  <a:pt x="1295339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7e335b854864c9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F2D58F5-D69F-4B20-BBF0-685C7F9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6711480"/>
            <a:ext cx="9714600" cy="14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311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Não quer pagar por funções que nunca vai usar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5182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90A8B83-BE91-4102-A8A9-4FE389B6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Freeform 5">
            <a:extLst xmlns:a="http://schemas.openxmlformats.org/drawingml/2006/main">
              <a:ext uri="{FF2B5EF4-FFF2-40B4-BE49-F238E27FC236}">
                <a16:creationId xmlns:a16="http://schemas.microsoft.com/office/drawing/2014/main" id="{D921AF48-9076-455D-BCA0-E2B3497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A2F378-45B8-4F49-A833-7C6190B9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660102e837e41b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Box 8">
            <a:extLst xmlns:a="http://schemas.openxmlformats.org/drawingml/2006/main">
              <a:ext uri="{FF2B5EF4-FFF2-40B4-BE49-F238E27FC236}">
                <a16:creationId xmlns:a16="http://schemas.microsoft.com/office/drawing/2014/main" id="{C682A1E6-F588-40CF-B3EF-528B161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03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BCF09E0-1A83-4AA8-8DDD-12C5B25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d314761270b43f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BA0B60-5B46-48A4-844A-64FD936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OPORTUNIDADE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7E97B27-89BC-4731-BA65-D5A38CE9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gigante ainda sem solução simples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FF9F040-ABBD-4FA8-95B7-42FC595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41946eb69f4434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477A0B-54A2-4B37-9DBC-073C134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B5FE250-898D-42AA-AEE0-8AFA3251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77877a5f7a2467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Box 18">
            <a:extLst xmlns:a="http://schemas.openxmlformats.org/drawingml/2006/main">
              <a:ext uri="{FF2B5EF4-FFF2-40B4-BE49-F238E27FC236}">
                <a16:creationId xmlns:a16="http://schemas.microsoft.com/office/drawing/2014/main" id="{DBCFF0A9-B795-4D27-98DC-855FD22D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03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3A1F586-4C1E-41C6-A54B-B97FCA19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66040"/>
            <a:ext cx="11223360" cy="185148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1851480"/>
              <a:gd name="textAreaBottom" fmla="*/ 1851840 h 1851480"/>
            </a:gdLst>
            <a:rect l="textAreaLeft" t="textAreaTop" r="textAreaRight" b="textAreaBottom"/>
            <a:pathLst>
              <a:path w="14965069" h="2468880">
                <a:moveTo>
                  <a:pt x="0" y="0"/>
                </a:moveTo>
                <a:lnTo>
                  <a:pt x="14965069" y="0"/>
                </a:lnTo>
                <a:lnTo>
                  <a:pt x="14965069" y="2468880"/>
                </a:lnTo>
                <a:lnTo>
                  <a:pt x="0" y="2468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7baafc3dc1b465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Box 21">
            <a:extLst xmlns:a="http://schemas.openxmlformats.org/drawingml/2006/main">
              <a:ext uri="{FF2B5EF4-FFF2-40B4-BE49-F238E27FC236}">
                <a16:creationId xmlns:a16="http://schemas.microsoft.com/office/drawing/2014/main" id="{ABF587CE-B4EF-411A-8445-17AAAE3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58840"/>
            <a:ext cx="11223360" cy="185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1880"/>
              </a:lnSpc>
              <a:buNone/>
            </a:pPr>
            <a:r>
              <a:rPr sz="555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Milhões</a:t>
            </a:r>
            <a:endParaRPr sz="5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BE5A278C-FB45-4007-A135-0BF6DA6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49120"/>
            <a:ext cx="9851760" cy="891360"/>
          </a:xfrm>
          <a:custGeom xmlns:a="http://schemas.openxmlformats.org/drawingml/2006/main">
            <a:gdLst>
              <a:gd name="textAreaLeft" fmla="*/ 0 w 9851760"/>
              <a:gd name="textAreaRight" fmla="*/ 9852120 w 985176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3136269" h="1188720">
                <a:moveTo>
                  <a:pt x="0" y="0"/>
                </a:moveTo>
                <a:lnTo>
                  <a:pt x="13136269" y="0"/>
                </a:lnTo>
                <a:lnTo>
                  <a:pt x="13136269" y="1188720"/>
                </a:lnTo>
                <a:lnTo>
                  <a:pt x="0" y="11887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9c3de404822489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Box 24">
            <a:extLst xmlns:a="http://schemas.openxmlformats.org/drawingml/2006/main">
              <a:ext uri="{FF2B5EF4-FFF2-40B4-BE49-F238E27FC236}">
                <a16:creationId xmlns:a16="http://schemas.microsoft.com/office/drawing/2014/main" id="{A6C47647-5E1C-49A4-9043-0F5A3A2E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77480"/>
            <a:ext cx="9851760" cy="96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209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de agricultores familiares sustentam a produção de alimentos no Brasil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A79F4A0D-521A-469F-B86C-DC02AAF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1713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67AA51E-68FF-46CA-8A9E-5082224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5788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2a4a4850df94a8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Box 28">
            <a:extLst xmlns:a="http://schemas.openxmlformats.org/drawingml/2006/main">
              <a:ext uri="{FF2B5EF4-FFF2-40B4-BE49-F238E27FC236}">
                <a16:creationId xmlns:a16="http://schemas.microsoft.com/office/drawing/2014/main" id="{DD261FF0-49A5-4B25-863E-BAC0C86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2908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8C7E495E-A1DE-4452-B88D-127AB99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445788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ddb31729c34cd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Box 31">
            <a:extLst xmlns:a="http://schemas.openxmlformats.org/drawingml/2006/main">
              <a:ext uri="{FF2B5EF4-FFF2-40B4-BE49-F238E27FC236}">
                <a16:creationId xmlns:a16="http://schemas.microsoft.com/office/drawing/2014/main" id="{47911572-56B9-4836-AFEF-58E3CDD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439344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Poucos têm controle formal de custos, produção e vendas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E4B856F-4893-499C-ACBD-5A4EE74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789880"/>
            <a:ext cx="112381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6167DB95-532A-43B8-8EF5-8794B24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99400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2a4a4850df94a8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Box 35">
            <a:extLst xmlns:a="http://schemas.openxmlformats.org/drawingml/2006/main">
              <a:ext uri="{FF2B5EF4-FFF2-40B4-BE49-F238E27FC236}">
                <a16:creationId xmlns:a16="http://schemas.microsoft.com/office/drawing/2014/main" id="{E3ABAB78-1CEB-45DA-9E11-CB5A969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96520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08B2B62-C649-4BC8-BB7A-F3BB21C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599400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ddb31729c34cd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Box 38">
            <a:extLst xmlns:a="http://schemas.openxmlformats.org/drawingml/2006/main">
              <a:ext uri="{FF2B5EF4-FFF2-40B4-BE49-F238E27FC236}">
                <a16:creationId xmlns:a16="http://schemas.microsoft.com/office/drawing/2014/main" id="{005AECF3-D8AD-4C3A-80AC-A9DAF60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592956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Esse controle é justamente o que abre portas para crédito e financiamento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DE12A70A-51E5-44EA-A6DE-E0FF76BD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326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DB33412-5565-4E8A-9B8E-C1BEF668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530120"/>
            <a:ext cx="685440" cy="1261440"/>
          </a:xfrm>
          <a:custGeom xmlns:a="http://schemas.openxmlformats.org/drawingml/2006/main">
            <a:gdLst>
              <a:gd name="textAreaLeft" fmla="*/ 0 w 685440"/>
              <a:gd name="textAreaRight" fmla="*/ 685800 w 68544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914400" h="1682496">
                <a:moveTo>
                  <a:pt x="0" y="0"/>
                </a:moveTo>
                <a:lnTo>
                  <a:pt x="914400" y="0"/>
                </a:lnTo>
                <a:lnTo>
                  <a:pt x="91440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2a4a4850df94a8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Box 42">
            <a:extLst xmlns:a="http://schemas.openxmlformats.org/drawingml/2006/main">
              <a:ext uri="{FF2B5EF4-FFF2-40B4-BE49-F238E27FC236}">
                <a16:creationId xmlns:a16="http://schemas.microsoft.com/office/drawing/2014/main" id="{7297DBBA-7F4A-4A7A-8FCB-E030601B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501680"/>
            <a:ext cx="685440" cy="129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880"/>
              </a:lnSpc>
              <a:buNone/>
            </a:pPr>
            <a:r>
              <a:rPr sz="240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—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EACFEE5-ABC5-40EE-A182-CED78A0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7530120"/>
            <a:ext cx="10469160" cy="1261440"/>
          </a:xfrm>
          <a:custGeom xmlns:a="http://schemas.openxmlformats.org/drawingml/2006/main">
            <a:gdLst>
              <a:gd name="textAreaLeft" fmla="*/ 0 w 10469160"/>
              <a:gd name="textAreaRight" fmla="*/ 10469520 w 10469160"/>
              <a:gd name="textAreaTop" fmla="*/ 0 h 1261440"/>
              <a:gd name="textAreaBottom" fmla="*/ 1261800 h 1261440"/>
            </a:gdLst>
            <a:rect l="textAreaLeft" t="textAreaTop" r="textAreaRight" b="textAreaBottom"/>
            <a:pathLst>
              <a:path w="13959230" h="1682496">
                <a:moveTo>
                  <a:pt x="0" y="0"/>
                </a:moveTo>
                <a:lnTo>
                  <a:pt x="13959230" y="0"/>
                </a:lnTo>
                <a:lnTo>
                  <a:pt x="13959230" y="1682496"/>
                </a:lnTo>
                <a:lnTo>
                  <a:pt x="0" y="1682496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7ddb31729c34cd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Box 45">
            <a:extLst xmlns:a="http://schemas.openxmlformats.org/drawingml/2006/main">
              <a:ext uri="{FF2B5EF4-FFF2-40B4-BE49-F238E27FC236}">
                <a16:creationId xmlns:a16="http://schemas.microsoft.com/office/drawing/2014/main" id="{4F0E0842-4E94-46C4-A277-6F4980D0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7465680"/>
            <a:ext cx="10469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002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Quase nenhuma solução no mercado foi pensada para esse público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83298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Freeform 3">
            <a:extLst xmlns:a="http://schemas.openxmlformats.org/drawingml/2006/main">
              <a:ext uri="{FF2B5EF4-FFF2-40B4-BE49-F238E27FC236}">
                <a16:creationId xmlns:a16="http://schemas.microsoft.com/office/drawing/2014/main" id="{6DB0D683-08AE-4ED2-A8FB-946A3624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Freeform 5">
            <a:extLst xmlns:a="http://schemas.openxmlformats.org/drawingml/2006/main">
              <a:ext uri="{FF2B5EF4-FFF2-40B4-BE49-F238E27FC236}">
                <a16:creationId xmlns:a16="http://schemas.microsoft.com/office/drawing/2014/main" id="{4372FF90-F528-4A16-BB74-61D1C58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Freeform 7">
            <a:extLst xmlns:a="http://schemas.openxmlformats.org/drawingml/2006/main">
              <a:ext uri="{FF2B5EF4-FFF2-40B4-BE49-F238E27FC236}">
                <a16:creationId xmlns:a16="http://schemas.microsoft.com/office/drawing/2014/main" id="{E60938C7-9E39-490C-8C88-63288ABD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daf994cdb034da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Box 8">
            <a:extLst xmlns:a="http://schemas.openxmlformats.org/drawingml/2006/main">
              <a:ext uri="{FF2B5EF4-FFF2-40B4-BE49-F238E27FC236}">
                <a16:creationId xmlns:a16="http://schemas.microsoft.com/office/drawing/2014/main" id="{9049FCAB-CF88-4E65-87F8-6492E52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04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60822FE-E814-40C6-9E75-957C81E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a1c365ae91d46a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F5F8C0-12AC-4D7A-B17E-92B8905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 SOLUÇÃO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57631A-ADB4-4CDB-A2B9-15ACEA3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241"/>
              </a:lnSpc>
              <a:buNone/>
            </a:pPr>
            <a:r>
              <a:rPr sz="39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aplicativo para o pequeno produtor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DB71F99-BDB2-4615-B366-4BEDBC81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a106cd0cbcc411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406FF7F-CE2B-4659-A649-378B7A2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580D484B-1F3B-4C80-A0E4-2C8558B8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ef3b1e0f22f409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B68D48-11A9-480A-A2DC-D5F0FE4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04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CD79CF8-C062-444B-B23D-73365301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1914d803ae40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3DE628-AD4F-495B-BBCB-7A967F8D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156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15DBEB54-35F3-4771-92C4-5BFADE4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150876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d842ebbaa334cc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Box 24">
            <a:extLst xmlns:a="http://schemas.openxmlformats.org/drawingml/2006/main">
              <a:ext uri="{FF2B5EF4-FFF2-40B4-BE49-F238E27FC236}">
                <a16:creationId xmlns:a16="http://schemas.microsoft.com/office/drawing/2014/main" id="{E0FC8FF1-D3C5-4C0B-9D4E-6260BF44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143748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Feito para pequenos produtores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AA33102-013C-4D6B-B627-78E19F29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0052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F4A7497-C1E0-4D3A-B928-CFC94F3D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6448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1914d803ae40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Box 28">
            <a:extLst xmlns:a="http://schemas.openxmlformats.org/drawingml/2006/main">
              <a:ext uri="{FF2B5EF4-FFF2-40B4-BE49-F238E27FC236}">
                <a16:creationId xmlns:a16="http://schemas.microsoft.com/office/drawing/2014/main" id="{27CEF61A-CF63-441F-8B33-D89991A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728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A8488F1-35C6-4E50-B1F8-5267D2D2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326448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d842ebbaa334cc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Box 31">
            <a:extLst xmlns:a="http://schemas.openxmlformats.org/drawingml/2006/main">
              <a:ext uri="{FF2B5EF4-FFF2-40B4-BE49-F238E27FC236}">
                <a16:creationId xmlns:a16="http://schemas.microsoft.com/office/drawing/2014/main" id="{2D49050D-391B-48CF-8EBF-0161E8F6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319284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Fácil para pessoas mais velhas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4D18933-379F-44EE-A5B3-E43AAA17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7610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Freeform 34">
            <a:extLst xmlns:a="http://schemas.openxmlformats.org/drawingml/2006/main">
              <a:ext uri="{FF2B5EF4-FFF2-40B4-BE49-F238E27FC236}">
                <a16:creationId xmlns:a16="http://schemas.microsoft.com/office/drawing/2014/main" id="{A1AF16BF-34EB-4267-817B-A933878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2020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1914d803ae40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Box 35">
            <a:extLst xmlns:a="http://schemas.openxmlformats.org/drawingml/2006/main">
              <a:ext uri="{FF2B5EF4-FFF2-40B4-BE49-F238E27FC236}">
                <a16:creationId xmlns:a16="http://schemas.microsoft.com/office/drawing/2014/main" id="{BE70DFE1-6B20-40B3-8519-5F36FC5A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01300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Freeform 37">
            <a:extLst xmlns:a="http://schemas.openxmlformats.org/drawingml/2006/main">
              <a:ext uri="{FF2B5EF4-FFF2-40B4-BE49-F238E27FC236}">
                <a16:creationId xmlns:a16="http://schemas.microsoft.com/office/drawing/2014/main" id="{5444CDAA-C1EF-47F1-B99F-E8E7D895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502020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d842ebbaa334cc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Box 38">
            <a:extLst xmlns:a="http://schemas.openxmlformats.org/drawingml/2006/main">
              <a:ext uri="{FF2B5EF4-FFF2-40B4-BE49-F238E27FC236}">
                <a16:creationId xmlns:a16="http://schemas.microsoft.com/office/drawing/2014/main" id="{236285DA-125D-4703-8555-5E6CC093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494856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Botões grandes, linguagem simples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9B73CE80-F2A8-47D6-9210-74E121C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51672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Freeform 41">
            <a:extLst xmlns:a="http://schemas.openxmlformats.org/drawingml/2006/main">
              <a:ext uri="{FF2B5EF4-FFF2-40B4-BE49-F238E27FC236}">
                <a16:creationId xmlns:a16="http://schemas.microsoft.com/office/drawing/2014/main" id="{EC7B0C7B-A0C8-469C-B7FF-6ED9FEB2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75560"/>
            <a:ext cx="959760" cy="1412280"/>
          </a:xfrm>
          <a:custGeom xmlns:a="http://schemas.openxmlformats.org/drawingml/2006/main">
            <a:gdLst>
              <a:gd name="textAreaLeft" fmla="*/ 0 w 959760"/>
              <a:gd name="textAreaRight" fmla="*/ 960120 w 95976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280160" h="1883664">
                <a:moveTo>
                  <a:pt x="0" y="0"/>
                </a:moveTo>
                <a:lnTo>
                  <a:pt x="1280160" y="0"/>
                </a:lnTo>
                <a:lnTo>
                  <a:pt x="1280160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b1914d803ae408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Box 42">
            <a:extLst xmlns:a="http://schemas.openxmlformats.org/drawingml/2006/main">
              <a:ext uri="{FF2B5EF4-FFF2-40B4-BE49-F238E27FC236}">
                <a16:creationId xmlns:a16="http://schemas.microsoft.com/office/drawing/2014/main" id="{993D1807-6F78-414D-9546-1CDE52A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768720"/>
            <a:ext cx="959760" cy="141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960"/>
              </a:lnSpc>
              <a:buNone/>
            </a:pPr>
            <a:r>
              <a:rPr sz="33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✓</a:t>
            </a:r>
            <a:endParaRPr sz="3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03DFE17-94E0-4248-A7E8-4C9E467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6775560"/>
            <a:ext cx="10057680" cy="1412280"/>
          </a:xfrm>
          <a:custGeom xmlns:a="http://schemas.openxmlformats.org/drawingml/2006/main">
            <a:gdLst>
              <a:gd name="textAreaLeft" fmla="*/ 0 w 10057680"/>
              <a:gd name="textAreaRight" fmla="*/ 10058040 w 10057680"/>
              <a:gd name="textAreaTop" fmla="*/ 0 h 1412280"/>
              <a:gd name="textAreaBottom" fmla="*/ 1412640 h 1412280"/>
            </a:gdLst>
            <a:rect l="textAreaLeft" t="textAreaTop" r="textAreaRight" b="textAreaBottom"/>
            <a:pathLst>
              <a:path w="13410591" h="1883664">
                <a:moveTo>
                  <a:pt x="0" y="0"/>
                </a:moveTo>
                <a:lnTo>
                  <a:pt x="13410591" y="0"/>
                </a:lnTo>
                <a:lnTo>
                  <a:pt x="13410591" y="1883664"/>
                </a:lnTo>
                <a:lnTo>
                  <a:pt x="0" y="188366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d842ebbaa334cc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9EA6E36-1F51-4F5F-BA3B-C9D825E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00" y="6704280"/>
            <a:ext cx="10057680" cy="14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518"/>
              </a:lnSpc>
              <a:buNone/>
            </a:pPr>
            <a:r>
              <a:rPr sz="247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mesmo sem internet</a:t>
            </a:r>
            <a:endParaRPr sz="24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39027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A1D0C2-8635-47F3-B03A-963ED4B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Freeform 5">
            <a:extLst xmlns:a="http://schemas.openxmlformats.org/drawingml/2006/main">
              <a:ext uri="{FF2B5EF4-FFF2-40B4-BE49-F238E27FC236}">
                <a16:creationId xmlns:a16="http://schemas.microsoft.com/office/drawing/2014/main" id="{90014804-C14A-409E-918C-F86DF98D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B9FF7E-C0A8-4B89-BCCF-79B21DE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ac192312292445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Box 8">
            <a:extLst xmlns:a="http://schemas.openxmlformats.org/drawingml/2006/main">
              <a:ext uri="{FF2B5EF4-FFF2-40B4-BE49-F238E27FC236}">
                <a16:creationId xmlns:a16="http://schemas.microsoft.com/office/drawing/2014/main" id="{1DC94209-C501-4AA2-AA77-9744C7F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05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478ABF2-260E-4D99-A089-F8A9A9C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ae7bbabe0a44f4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49B874-7A33-419F-B66D-BD834DB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PROPOSTA DE VALOR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A8EEAA-507F-42EA-BEAF-3DEAF01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O que o AgroGestão Pro entrega e ninguém mais entrega assim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F3ED1A1-6D4C-473D-897F-48F878B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3971d706df0412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2AA8A7-D984-4B3B-9B5A-B026E92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49C9D5-ED8D-4A49-B10B-6E6050C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06ce6e8aadc4c8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A6A33-91B0-45D2-AD28-37E4D32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05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89673F1-AA03-43C2-8DFE-B57CCE2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e16945362f4a3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88DA9B-59F2-4753-AE38-B970D42B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F56741B-989B-44BD-9D74-D01E94F8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eec525d60ad456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Box 24">
            <a:extLst xmlns:a="http://schemas.openxmlformats.org/drawingml/2006/main">
              <a:ext uri="{FF2B5EF4-FFF2-40B4-BE49-F238E27FC236}">
                <a16:creationId xmlns:a16="http://schemas.microsoft.com/office/drawing/2014/main" id="{6E01366B-34FF-4849-A8CE-D052058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 em menos de um minuto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D2E39E0-34FE-4C51-AC8C-4EDC17AC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e16945362f4a3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Box 27">
            <a:extLst xmlns:a="http://schemas.openxmlformats.org/drawingml/2006/main">
              <a:ext uri="{FF2B5EF4-FFF2-40B4-BE49-F238E27FC236}">
                <a16:creationId xmlns:a16="http://schemas.microsoft.com/office/drawing/2014/main" id="{EFFE6802-8A5F-4A3C-B3C9-B7F7CA8B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D2BB8DC-2C58-499F-A7D1-63A7B4D2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eec525d60ad456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Box 30">
            <a:extLst xmlns:a="http://schemas.openxmlformats.org/drawingml/2006/main">
              <a:ext uri="{FF2B5EF4-FFF2-40B4-BE49-F238E27FC236}">
                <a16:creationId xmlns:a16="http://schemas.microsoft.com/office/drawing/2014/main" id="{F64F637D-F186-440C-BA4A-A1450B62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acessível, sem funções que o produtor não usa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0909115A-A7FF-45DB-BD83-942B9D1A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52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0F53BA1-0E6C-46E0-B462-A343D6EB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e16945362f4a3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3C7175-71D9-46BB-A39D-4DC473D9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1EEB8FE-BADC-4185-9D8E-F55C3529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eec525d60ad456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Box 37">
            <a:extLst xmlns:a="http://schemas.openxmlformats.org/drawingml/2006/main">
              <a:ext uri="{FF2B5EF4-FFF2-40B4-BE49-F238E27FC236}">
                <a16:creationId xmlns:a16="http://schemas.microsoft.com/office/drawing/2014/main" id="{66DC5771-00A8-4242-9BE3-7076273C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 e sincroniza depois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50F23E51-A261-49C3-823C-0663795B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720" y="1633680"/>
            <a:ext cx="1404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Freeform 40">
            <a:extLst xmlns:a="http://schemas.openxmlformats.org/drawingml/2006/main">
              <a:ext uri="{FF2B5EF4-FFF2-40B4-BE49-F238E27FC236}">
                <a16:creationId xmlns:a16="http://schemas.microsoft.com/office/drawing/2014/main" id="{27FFE805-6F7D-42FE-ACFE-F1B9003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1e16945362f4a3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Box 41">
            <a:extLst xmlns:a="http://schemas.openxmlformats.org/drawingml/2006/main">
              <a:ext uri="{FF2B5EF4-FFF2-40B4-BE49-F238E27FC236}">
                <a16:creationId xmlns:a16="http://schemas.microsoft.com/office/drawing/2014/main" id="{7683F973-DC83-47A9-AF2E-07AA97BF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6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  <a:endParaRPr sz="6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13F862A-19CB-4797-A62E-ED5F42F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eec525d60ad456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67AD88C-7CC2-4982-9B5C-7E41A3C5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Cresce com o produtor, do Essencial ao Pro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CB2201DA-D91C-435A-9314-39EF868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56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2835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7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A0FB94-906F-4A2C-BAE8-CB068EF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Freeform 5">
            <a:extLst xmlns:a="http://schemas.openxmlformats.org/drawingml/2006/main">
              <a:ext uri="{FF2B5EF4-FFF2-40B4-BE49-F238E27FC236}">
                <a16:creationId xmlns:a16="http://schemas.microsoft.com/office/drawing/2014/main" id="{CE94A796-0DEF-4017-92F5-A647134E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DA07C55-7995-4256-8046-76478D2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1de0109eb3b4d4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TextBox 8">
            <a:extLst xmlns:a="http://schemas.openxmlformats.org/drawingml/2006/main">
              <a:ext uri="{FF2B5EF4-FFF2-40B4-BE49-F238E27FC236}">
                <a16:creationId xmlns:a16="http://schemas.microsoft.com/office/drawing/2014/main" id="{FA951EF2-2A47-4B2F-B56A-F508BAB5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06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9AAD337-B685-403A-9B3E-B8EC619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cea7aa6ee554ae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C94D2A-AF35-489B-8107-E74C55E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FUNCIONALIDADE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C2014E-6FC4-47F8-BD53-CFCC46F0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845"/>
              </a:lnSpc>
              <a:buNone/>
            </a:pPr>
            <a:r>
              <a:rPr sz="43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Tudo em cerca de um minuto</a:t>
            </a:r>
            <a:endParaRPr sz="4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7C77628-99A0-4EFD-9E95-A39BF9A3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b701f3fb43d846a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E458B81-90BD-4D76-A797-487A0D02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6E826E7-529A-4DE2-901F-9336CF0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eadfe0e075b41a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TextBox 18">
            <a:extLst xmlns:a="http://schemas.openxmlformats.org/drawingml/2006/main">
              <a:ext uri="{FF2B5EF4-FFF2-40B4-BE49-F238E27FC236}">
                <a16:creationId xmlns:a16="http://schemas.microsoft.com/office/drawing/2014/main" id="{99CE3107-4B3D-41F3-8387-487FC6C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06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162C5E7-BA09-480D-8BA7-93FEA110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03200"/>
            <a:ext cx="11223360" cy="54828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14965069" h="731520">
                <a:moveTo>
                  <a:pt x="0" y="0"/>
                </a:moveTo>
                <a:lnTo>
                  <a:pt x="14965069" y="0"/>
                </a:lnTo>
                <a:lnTo>
                  <a:pt x="14965069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a8e26dfd08b4e7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TextBox 21">
            <a:extLst xmlns:a="http://schemas.openxmlformats.org/drawingml/2006/main">
              <a:ext uri="{FF2B5EF4-FFF2-40B4-BE49-F238E27FC236}">
                <a16:creationId xmlns:a16="http://schemas.microsoft.com/office/drawing/2014/main" id="{8F89E2FB-242E-4571-9699-4C23A54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8800"/>
            <a:ext cx="11223360" cy="5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520"/>
              </a:lnSpc>
              <a:buNone/>
            </a:pPr>
            <a:r>
              <a:rPr sz="2170" b="0" i="1" u="none">
                <a:solidFill>
                  <a:srgbClr val="6B7268"/>
                </a:solidFill>
                <a:latin typeface="Cambria Italics"/>
                <a:ea typeface="Cambria Italics"/>
                <a:cs typeface="Cambria Italics"/>
              </a:rPr>
              <a:t>Uma informação atualiza tudo sozinha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B7C53D3-031A-4166-BFC1-338BDC50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120" y="3647880"/>
            <a:ext cx="8997840" cy="1872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26280" rIns="90000" bIns="-2628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6C79F5D-0527-4CC8-9FA5-56B51C7D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4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0D0469-67F0-4FF5-9CAB-9CAD956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04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Freeform 27">
            <a:extLst xmlns:a="http://schemas.openxmlformats.org/drawingml/2006/main">
              <a:ext uri="{FF2B5EF4-FFF2-40B4-BE49-F238E27FC236}">
                <a16:creationId xmlns:a16="http://schemas.microsoft.com/office/drawing/2014/main" id="{F41C3F1F-6ADB-4472-A0A9-0642F0C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108b990950f44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4" name="TextBox 28">
            <a:extLst xmlns:a="http://schemas.openxmlformats.org/drawingml/2006/main">
              <a:ext uri="{FF2B5EF4-FFF2-40B4-BE49-F238E27FC236}">
                <a16:creationId xmlns:a16="http://schemas.microsoft.com/office/drawing/2014/main" id="{1E60DF78-492B-4C8F-9EC5-153A5118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Toca em 'Registrar meu dia'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5397FAF-E405-4CCA-8BDE-C47EB19F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4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TextBox 31">
            <a:extLst xmlns:a="http://schemas.openxmlformats.org/drawingml/2006/main">
              <a:ext uri="{FF2B5EF4-FFF2-40B4-BE49-F238E27FC236}">
                <a16:creationId xmlns:a16="http://schemas.microsoft.com/office/drawing/2014/main" id="{B76312C2-8D9F-4E56-8695-F4A7FE15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4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2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Freeform 33">
            <a:extLst xmlns:a="http://schemas.openxmlformats.org/drawingml/2006/main">
              <a:ext uri="{FF2B5EF4-FFF2-40B4-BE49-F238E27FC236}">
                <a16:creationId xmlns:a16="http://schemas.microsoft.com/office/drawing/2014/main" id="{70CD5994-8C4E-43A5-973F-BB2E9C3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12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108b990950f44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extBox 34">
            <a:extLst xmlns:a="http://schemas.openxmlformats.org/drawingml/2006/main">
              <a:ext uri="{FF2B5EF4-FFF2-40B4-BE49-F238E27FC236}">
                <a16:creationId xmlns:a16="http://schemas.microsoft.com/office/drawing/2014/main" id="{287C1E95-B499-48F8-9EB3-E694886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12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Diz o que plantou, colheu, comprou ou vendeu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614A83-D879-4260-A84F-2BEE439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0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Box 37">
            <a:extLst xmlns:a="http://schemas.openxmlformats.org/drawingml/2006/main">
              <a:ext uri="{FF2B5EF4-FFF2-40B4-BE49-F238E27FC236}">
                <a16:creationId xmlns:a16="http://schemas.microsoft.com/office/drawing/2014/main" id="{7E524B8A-5EA3-44F9-82FA-808D8E4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0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3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Freeform 39">
            <a:extLst xmlns:a="http://schemas.openxmlformats.org/drawingml/2006/main">
              <a:ext uri="{FF2B5EF4-FFF2-40B4-BE49-F238E27FC236}">
                <a16:creationId xmlns:a16="http://schemas.microsoft.com/office/drawing/2014/main" id="{2CF501BF-4C59-4875-93C1-ABEC41B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08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108b990950f44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extBox 40">
            <a:extLst xmlns:a="http://schemas.openxmlformats.org/drawingml/2006/main">
              <a:ext uri="{FF2B5EF4-FFF2-40B4-BE49-F238E27FC236}">
                <a16:creationId xmlns:a16="http://schemas.microsoft.com/office/drawing/2014/main" id="{E001CF0E-8F60-451F-AD36-9A6CA8B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08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Confirma os valores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9595802-383E-4138-8B29-4B9676DA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20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96C48F3-7DAB-49FF-84F0-914575D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020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E6AE449-93D0-4DEF-9162-2A782C9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68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108b990950f44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C89A82B-C839-49B5-8FD1-B2D0CD4A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068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App organiza tudo sozinho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85D9865C-5800-402E-ACA7-DF599FC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160" y="3223440"/>
            <a:ext cx="1371240" cy="89136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891360"/>
              <a:gd name="textAreaBottom" fmla="*/ 891720 h 891360"/>
            </a:gdLst>
            <a:rect l="textAreaLeft" t="textAreaTop" r="textAreaRight" b="textAreaBottom"/>
            <a:pathLst>
              <a:path w="1828800" h="1188720">
                <a:moveTo>
                  <a:pt x="0" y="0"/>
                </a:moveTo>
                <a:lnTo>
                  <a:pt x="1828800" y="0"/>
                </a:lnTo>
                <a:lnTo>
                  <a:pt x="1828800" y="1188720"/>
                </a:lnTo>
                <a:lnTo>
                  <a:pt x="0" y="118872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Box 49">
            <a:extLst xmlns:a="http://schemas.openxmlformats.org/drawingml/2006/main">
              <a:ext uri="{FF2B5EF4-FFF2-40B4-BE49-F238E27FC236}">
                <a16:creationId xmlns:a16="http://schemas.microsoft.com/office/drawing/2014/main" id="{173DDB01-C864-4C75-8D8F-E9D6778F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160" y="3223440"/>
            <a:ext cx="1371240" cy="89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50760" tIns="50760" rIns="50760" bIns="5076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680"/>
              </a:lnSpc>
              <a:buNone/>
            </a:pPr>
            <a:r>
              <a:rPr sz="39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</a:t>
            </a:r>
            <a:endParaRPr sz="3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3D1FA74-D397-4427-A6A5-EEE22D7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640" y="4389120"/>
            <a:ext cx="1969920" cy="1508400"/>
          </a:xfrm>
          <a:custGeom xmlns:a="http://schemas.openxmlformats.org/drawingml/2006/main">
            <a:gdLst>
              <a:gd name="textAreaLeft" fmla="*/ 0 w 1969920"/>
              <a:gd name="textAreaRight" fmla="*/ 1970280 w 196992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2627254" h="2011680">
                <a:moveTo>
                  <a:pt x="0" y="0"/>
                </a:moveTo>
                <a:lnTo>
                  <a:pt x="2627254" y="0"/>
                </a:lnTo>
                <a:lnTo>
                  <a:pt x="2627254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108b990950f442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Box 52">
            <a:extLst xmlns:a="http://schemas.openxmlformats.org/drawingml/2006/main">
              <a:ext uri="{FF2B5EF4-FFF2-40B4-BE49-F238E27FC236}">
                <a16:creationId xmlns:a16="http://schemas.microsoft.com/office/drawing/2014/main" id="{E3CF999E-CF02-4B31-B671-FF239DA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5640" y="4339080"/>
            <a:ext cx="1969920" cy="1558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19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 fácil aparece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355D7FCA-6DA8-46E6-9510-E11A6571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0516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3FD031C-4DE9-4340-B060-BA01AE0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406640"/>
            <a:ext cx="11223360" cy="754200"/>
          </a:xfrm>
          <a:custGeom xmlns:a="http://schemas.openxmlformats.org/drawingml/2006/main">
            <a:gdLst>
              <a:gd name="textAreaLeft" fmla="*/ 0 w 11223360"/>
              <a:gd name="textAreaRight" fmla="*/ 11223720 w 1122336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14965069" h="1005840">
                <a:moveTo>
                  <a:pt x="0" y="0"/>
                </a:moveTo>
                <a:lnTo>
                  <a:pt x="14965069" y="0"/>
                </a:lnTo>
                <a:lnTo>
                  <a:pt x="14965069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ae1d05f92f54ab8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TextBox 56">
            <a:extLst xmlns:a="http://schemas.openxmlformats.org/drawingml/2006/main">
              <a:ext uri="{FF2B5EF4-FFF2-40B4-BE49-F238E27FC236}">
                <a16:creationId xmlns:a16="http://schemas.microsoft.com/office/drawing/2014/main" id="{A5AF4071-D6ED-4DCE-BBF4-87DC513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92240"/>
            <a:ext cx="1122336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11"/>
              </a:lnSpc>
              <a:buNone/>
            </a:pPr>
            <a:r>
              <a:rPr sz="2170" b="0" i="1" u="none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Uma única resposta atualiza tarefas, produção, receitas, despesas e histórico.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3F4227A9-096C-4C4A-933F-AE5B571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821736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4623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A1D0C2-8635-47F3-B03A-963ED4B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Freeform 5">
            <a:extLst xmlns:a="http://schemas.openxmlformats.org/drawingml/2006/main">
              <a:ext uri="{FF2B5EF4-FFF2-40B4-BE49-F238E27FC236}">
                <a16:creationId xmlns:a16="http://schemas.microsoft.com/office/drawing/2014/main" id="{90014804-C14A-409E-918C-F86DF98D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Freeform 7">
            <a:extLst xmlns:a="http://schemas.openxmlformats.org/drawingml/2006/main">
              <a:ext uri="{FF2B5EF4-FFF2-40B4-BE49-F238E27FC236}">
                <a16:creationId xmlns:a16="http://schemas.microsoft.com/office/drawing/2014/main" id="{24B9FF7E-C0A8-4B89-BCCF-79B21DE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90f1906aa114cd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Box 8">
            <a:extLst xmlns:a="http://schemas.openxmlformats.org/drawingml/2006/main">
              <a:ext uri="{FF2B5EF4-FFF2-40B4-BE49-F238E27FC236}">
                <a16:creationId xmlns:a16="http://schemas.microsoft.com/office/drawing/2014/main" id="{1DC94209-C501-4AA2-AA77-9744C7F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07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478ABF2-260E-4D99-A089-F8A9A9C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508efea6934470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49B874-7A33-419F-B66D-BD834DB1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VISÃO DO APLICATIVO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A8EEAA-507F-42EA-BEAF-3DEAF018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Como a experiência foi pensada para o produtor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F3ED1A1-6D4C-473D-897F-48F878B3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d5bb7bdc7fa4b3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2AA8A7-D984-4B3B-9B5A-B026E92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549C9D5-ED8D-4A49-B10B-6E6050C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3967a8ebfb346f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Box 18">
            <a:extLst xmlns:a="http://schemas.openxmlformats.org/drawingml/2006/main">
              <a:ext uri="{FF2B5EF4-FFF2-40B4-BE49-F238E27FC236}">
                <a16:creationId xmlns:a16="http://schemas.microsoft.com/office/drawing/2014/main" id="{45CA6A33-91B0-45D2-AD28-37E4D328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07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Print label 1">
            <a:extLst xmlns:a="http://schemas.openxmlformats.org/drawingml/2006/main">
              <a:ext uri="{FF2B5EF4-FFF2-40B4-BE49-F238E27FC236}">
                <a16:creationId xmlns:a16="http://schemas.microsoft.com/office/drawing/2014/main" id="{22931FAC-1B6B-4E61-8314-1096733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Painel do dia</a:t>
            </a:r>
          </a:p>
        </p:txBody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cbb766dae4106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00" name="Print label 2">
            <a:extLst xmlns:a="http://schemas.openxmlformats.org/drawingml/2006/main">
              <a:ext uri="{FF2B5EF4-FFF2-40B4-BE49-F238E27FC236}">
                <a16:creationId xmlns:a16="http://schemas.microsoft.com/office/drawing/2014/main" id="{5EBAE4DB-791E-4B84-824F-C1722E2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Tarefas em kanban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39ee25db4dac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202" name="Print label 3">
            <a:extLst xmlns:a="http://schemas.openxmlformats.org/drawingml/2006/main">
              <a:ext uri="{FF2B5EF4-FFF2-40B4-BE49-F238E27FC236}">
                <a16:creationId xmlns:a16="http://schemas.microsoft.com/office/drawing/2014/main" id="{1BE36D62-5425-471F-8674-D8DE47A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14763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8532E"/>
                </a:solidFill>
              </a:defRPr>
            </a:pPr>
            <a:r>
              <a:rPr sz="1950" b="1">
                <a:solidFill>
                  <a:srgbClr val="A8532E"/>
                </a:solidFill>
              </a:rPr>
              <a:t>Terrenos e cultivos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b105d92364d6e"/>
          <a:srcRect xmlns:a="http://schemas.openxmlformats.org/drawingml/2006/main" l="2381" t="0" r="23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73150" y="2143125"/>
            <a:ext cx="2857500" cy="6667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18762835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Freeform 3">
            <a:extLst xmlns:a="http://schemas.openxmlformats.org/drawingml/2006/main">
              <a:ext uri="{FF2B5EF4-FFF2-40B4-BE49-F238E27FC236}">
                <a16:creationId xmlns:a16="http://schemas.microsoft.com/office/drawing/2014/main" id="{337037B8-A14E-40A9-9816-5E58E56B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Freeform 5">
            <a:extLst xmlns:a="http://schemas.openxmlformats.org/drawingml/2006/main">
              <a:ext uri="{FF2B5EF4-FFF2-40B4-BE49-F238E27FC236}">
                <a16:creationId xmlns:a16="http://schemas.microsoft.com/office/drawing/2014/main" id="{B7793C2A-9F05-47EC-B169-BA91034B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4CB6D14-4CA4-4DCB-9EEB-2C5F772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15ac5a6b6cc46c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Box 8">
            <a:extLst xmlns:a="http://schemas.openxmlformats.org/drawingml/2006/main">
              <a:ext uri="{FF2B5EF4-FFF2-40B4-BE49-F238E27FC236}">
                <a16:creationId xmlns:a16="http://schemas.microsoft.com/office/drawing/2014/main" id="{EEB5778C-ABE2-4DB9-8857-E4F6C3F6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08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F4CEBD1-B0C7-4387-BE3D-C30CEDB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4a5a898ee2448d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01FF00-FBFF-4B1F-B7FA-51D3FF4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COMPARATIVO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TextBox 12">
            <a:extLst xmlns:a="http://schemas.openxmlformats.org/drawingml/2006/main">
              <a:ext uri="{FF2B5EF4-FFF2-40B4-BE49-F238E27FC236}">
                <a16:creationId xmlns:a16="http://schemas.microsoft.com/office/drawing/2014/main" id="{C1351C63-AD41-4327-8745-1E03478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AgroGestão Pro e outras opções do mercado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A507840-2C6D-4B6B-9F54-74EDE2C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da70f082ea9442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Box 15">
            <a:extLst xmlns:a="http://schemas.openxmlformats.org/drawingml/2006/main">
              <a:ext uri="{FF2B5EF4-FFF2-40B4-BE49-F238E27FC236}">
                <a16:creationId xmlns:a16="http://schemas.microsoft.com/office/drawing/2014/main" id="{4B279623-C229-450C-A57F-0DC07E26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F7B2D1A-F571-4119-BB19-7F3E9CE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e4b52da79e495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TextBox 18">
            <a:extLst xmlns:a="http://schemas.openxmlformats.org/drawingml/2006/main">
              <a:ext uri="{FF2B5EF4-FFF2-40B4-BE49-F238E27FC236}">
                <a16:creationId xmlns:a16="http://schemas.microsoft.com/office/drawing/2014/main" id="{91796031-1C2D-4EAF-8221-50FD9FA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08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D66E51E-45C2-4D76-8B9B-7040643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3366720" cy="54828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4489522" h="731520">
                <a:moveTo>
                  <a:pt x="0" y="0"/>
                </a:moveTo>
                <a:lnTo>
                  <a:pt x="4489522" y="0"/>
                </a:lnTo>
                <a:lnTo>
                  <a:pt x="44895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df4ecf299e9f4a1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Box 21">
            <a:extLst xmlns:a="http://schemas.openxmlformats.org/drawingml/2006/main">
              <a:ext uri="{FF2B5EF4-FFF2-40B4-BE49-F238E27FC236}">
                <a16:creationId xmlns:a16="http://schemas.microsoft.com/office/drawing/2014/main" id="{24E24F14-BDA8-4EB4-A13D-4DD3D6A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43160"/>
            <a:ext cx="336672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Solução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2AC5B79-22A9-4ED6-955D-B854F6B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1371600"/>
            <a:ext cx="3591360" cy="54828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4788822" h="731520">
                <a:moveTo>
                  <a:pt x="0" y="0"/>
                </a:moveTo>
                <a:lnTo>
                  <a:pt x="4788822" y="0"/>
                </a:lnTo>
                <a:lnTo>
                  <a:pt x="478882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a65eafb2453465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TextBox 24">
            <a:extLst xmlns:a="http://schemas.openxmlformats.org/drawingml/2006/main">
              <a:ext uri="{FF2B5EF4-FFF2-40B4-BE49-F238E27FC236}">
                <a16:creationId xmlns:a16="http://schemas.microsoft.com/office/drawing/2014/main" id="{4DA91C10-751A-4992-825B-469AC7F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1343160"/>
            <a:ext cx="35913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Público-alvo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645448B4-A77C-463E-8594-FB9D24C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1371600"/>
            <a:ext cx="2019960" cy="54828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2693712" h="731520">
                <a:moveTo>
                  <a:pt x="0" y="0"/>
                </a:moveTo>
                <a:lnTo>
                  <a:pt x="2693712" y="0"/>
                </a:lnTo>
                <a:lnTo>
                  <a:pt x="2693712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f33b947896245c6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TextBox 27">
            <a:extLst xmlns:a="http://schemas.openxmlformats.org/drawingml/2006/main">
              <a:ext uri="{FF2B5EF4-FFF2-40B4-BE49-F238E27FC236}">
                <a16:creationId xmlns:a16="http://schemas.microsoft.com/office/drawing/2014/main" id="{454A742A-F2CE-4C0A-8BB6-85ED4EC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1343160"/>
            <a:ext cx="20199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Adequação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50C18AD-B20B-4648-8152-CBAD507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1371600"/>
            <a:ext cx="2244240" cy="54828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2993014" h="731520">
                <a:moveTo>
                  <a:pt x="0" y="0"/>
                </a:moveTo>
                <a:lnTo>
                  <a:pt x="2993014" y="0"/>
                </a:lnTo>
                <a:lnTo>
                  <a:pt x="2993014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ee4909f398f4c0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TextBox 30">
            <a:extLst xmlns:a="http://schemas.openxmlformats.org/drawingml/2006/main">
              <a:ext uri="{FF2B5EF4-FFF2-40B4-BE49-F238E27FC236}">
                <a16:creationId xmlns:a16="http://schemas.microsoft.com/office/drawing/2014/main" id="{E90CC5AB-78F8-403F-949D-6E65281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920" y="1343160"/>
            <a:ext cx="205380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069"/>
              </a:lnSpc>
              <a:buNone/>
            </a:pPr>
            <a:r>
              <a:rPr sz="1800" b="1" u="none">
                <a:solidFill>
                  <a:srgbClr val="6B7268"/>
                </a:solidFill>
                <a:latin typeface="Calibri (MS) Bold"/>
                <a:ea typeface="Calibri (MS) Bold"/>
                <a:cs typeface="Calibri (MS) Bold"/>
              </a:rPr>
              <a:t>Foco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72BA210D-78FE-4862-96D6-8D7E4C6C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960" y="1964880"/>
            <a:ext cx="11252160" cy="284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630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16560" rIns="90000" bIns="-165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2C0911F-F4C6-4B63-9E33-C23C2E8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20" y="2263320"/>
            <a:ext cx="3119760" cy="822600"/>
          </a:xfrm>
          <a:custGeom xmlns:a="http://schemas.openxmlformats.org/drawingml/2006/main">
            <a:gdLst>
              <a:gd name="textAreaLeft" fmla="*/ 0 w 3119760"/>
              <a:gd name="textAreaRight" fmla="*/ 3120120 w 31197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160338" h="1097280">
                <a:moveTo>
                  <a:pt x="0" y="0"/>
                </a:moveTo>
                <a:lnTo>
                  <a:pt x="4160338" y="0"/>
                </a:lnTo>
                <a:lnTo>
                  <a:pt x="4160338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23e97e51b2544b2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TextBox 34">
            <a:extLst xmlns:a="http://schemas.openxmlformats.org/drawingml/2006/main">
              <a:ext uri="{FF2B5EF4-FFF2-40B4-BE49-F238E27FC236}">
                <a16:creationId xmlns:a16="http://schemas.microsoft.com/office/drawing/2014/main" id="{1C74955A-1887-48A1-BD3A-A86F54B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320" y="2248920"/>
            <a:ext cx="311976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AgroGestão Pro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C5F45F6-B075-44F5-8894-86EC688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226332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3d1057580f5489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4C5B432-0151-49CE-BB78-E6051D67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222732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Agricultores familiares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DD00CFD8-A649-4CC6-87E2-E9E2A78E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226332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99612bde03048d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TextBox 40">
            <a:extLst xmlns:a="http://schemas.openxmlformats.org/drawingml/2006/main">
              <a:ext uri="{FF2B5EF4-FFF2-40B4-BE49-F238E27FC236}">
                <a16:creationId xmlns:a16="http://schemas.microsoft.com/office/drawing/2014/main" id="{D70B59DB-BD1E-4F6D-B378-8A3EBBA1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222732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Alta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Freeform 42">
            <a:extLst xmlns:a="http://schemas.openxmlformats.org/drawingml/2006/main">
              <a:ext uri="{FF2B5EF4-FFF2-40B4-BE49-F238E27FC236}">
                <a16:creationId xmlns:a16="http://schemas.microsoft.com/office/drawing/2014/main" id="{84E7DCC0-5ED5-4A0E-B4AA-799D8B8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226332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cd8cc0ec5841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TextBox 43">
            <a:extLst xmlns:a="http://schemas.openxmlformats.org/drawingml/2006/main">
              <a:ext uri="{FF2B5EF4-FFF2-40B4-BE49-F238E27FC236}">
                <a16:creationId xmlns:a16="http://schemas.microsoft.com/office/drawing/2014/main" id="{EF70894A-B234-43C9-B286-129BA024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222732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Registro simples + offline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Freeform 45">
            <a:extLst xmlns:a="http://schemas.openxmlformats.org/drawingml/2006/main">
              <a:ext uri="{FF2B5EF4-FFF2-40B4-BE49-F238E27FC236}">
                <a16:creationId xmlns:a16="http://schemas.microsoft.com/office/drawing/2014/main" id="{BF7B55BD-6DA6-4629-AFDD-95611CBF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000" y="2688480"/>
            <a:ext cx="136800" cy="136800"/>
          </a:xfrm>
          <a:custGeom xmlns:a="http://schemas.openxmlformats.org/drawingml/2006/main">
            <a:gdLst>
              <a:gd name="textAreaLeft" fmla="*/ 0 w 136800"/>
              <a:gd name="textAreaRight" fmla="*/ 137160 w 136800"/>
              <a:gd name="textAreaTop" fmla="*/ 0 h 136800"/>
              <a:gd name="textAreaBottom" fmla="*/ 137160 h 136800"/>
            </a:gdLst>
            <a:rect l="textAreaLeft" t="textAreaTop" r="textAreaRight" b="textAreaBottom"/>
            <a:pathLst>
              <a:path w="182880" h="182880">
                <a:moveTo>
                  <a:pt x="0" y="91440"/>
                </a:moveTo>
                <a:cubicBezTo>
                  <a:pt x="0" y="40894"/>
                  <a:pt x="40894" y="0"/>
                  <a:pt x="91440" y="0"/>
                </a:cubicBezTo>
                <a:cubicBezTo>
                  <a:pt x="141986" y="0"/>
                  <a:pt x="182880" y="40894"/>
                  <a:pt x="182880" y="91440"/>
                </a:cubicBezTo>
                <a:cubicBezTo>
                  <a:pt x="182880" y="141986"/>
                  <a:pt x="141986" y="182880"/>
                  <a:pt x="91440" y="182880"/>
                </a:cubicBezTo>
                <a:cubicBezTo>
                  <a:pt x="40894" y="182880"/>
                  <a:pt x="0" y="141986"/>
                  <a:pt x="0" y="91440"/>
                </a:cubicBezTo>
                <a:close/>
              </a:path>
            </a:pathLst>
          </a:custGeom>
          <a:solidFill xmlns:a="http://schemas.openxmlformats.org/drawingml/2006/main">
            <a:srgbClr val="A8532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ACC62330-F66D-46A2-9FEB-0AA8F84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10140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Freeform 48">
            <a:extLst xmlns:a="http://schemas.openxmlformats.org/drawingml/2006/main">
              <a:ext uri="{FF2B5EF4-FFF2-40B4-BE49-F238E27FC236}">
                <a16:creationId xmlns:a16="http://schemas.microsoft.com/office/drawing/2014/main" id="{61A06E09-ACA7-41E4-9BE4-155A4AC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5080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ee4909f398f4c0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TextBox 49">
            <a:extLst xmlns:a="http://schemas.openxmlformats.org/drawingml/2006/main">
              <a:ext uri="{FF2B5EF4-FFF2-40B4-BE49-F238E27FC236}">
                <a16:creationId xmlns:a16="http://schemas.microsoft.com/office/drawing/2014/main" id="{1C6E0584-6820-4AA4-AF50-317091F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23640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Aegro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B8E62CB-14D1-4F64-947D-2B4DC3E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325080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3d1057580f5489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TextBox 52">
            <a:extLst xmlns:a="http://schemas.openxmlformats.org/drawingml/2006/main">
              <a:ext uri="{FF2B5EF4-FFF2-40B4-BE49-F238E27FC236}">
                <a16:creationId xmlns:a16="http://schemas.microsoft.com/office/drawing/2014/main" id="{9F7F8672-EF00-4A06-ADFA-92C10245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321480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Grandes produtores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6D57D3F-F43D-40DB-A2A3-11095F3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325080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99612bde03048d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Box 55">
            <a:extLst xmlns:a="http://schemas.openxmlformats.org/drawingml/2006/main">
              <a:ext uri="{FF2B5EF4-FFF2-40B4-BE49-F238E27FC236}">
                <a16:creationId xmlns:a16="http://schemas.microsoft.com/office/drawing/2014/main" id="{142BF318-B424-4E2E-B985-A2CBBBA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321480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Freeform 57">
            <a:extLst xmlns:a="http://schemas.openxmlformats.org/drawingml/2006/main">
              <a:ext uri="{FF2B5EF4-FFF2-40B4-BE49-F238E27FC236}">
                <a16:creationId xmlns:a16="http://schemas.microsoft.com/office/drawing/2014/main" id="{370A9D16-7242-4A77-8B66-988CA27C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325080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cd8cc0ec5841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TextBox 58">
            <a:extLst xmlns:a="http://schemas.openxmlformats.org/drawingml/2006/main">
              <a:ext uri="{FF2B5EF4-FFF2-40B4-BE49-F238E27FC236}">
                <a16:creationId xmlns:a16="http://schemas.microsoft.com/office/drawing/2014/main" id="{CF6DB076-6933-4FF0-B5CB-D7D3CE7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321480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Gestão completa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03D5455E-8B7E-4EB9-9A95-996DED4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08888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10FF516-72EA-495B-9D50-845611BD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3828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ee4909f398f4c0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TextBox 62">
            <a:extLst xmlns:a="http://schemas.openxmlformats.org/drawingml/2006/main">
              <a:ext uri="{FF2B5EF4-FFF2-40B4-BE49-F238E27FC236}">
                <a16:creationId xmlns:a16="http://schemas.microsoft.com/office/drawing/2014/main" id="{6FE7B21B-A920-437C-9A71-8A678940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2388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MyFarm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4C79D15-0C4F-499A-8320-147F2CF8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423828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3d1057580f5489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TextBox 65">
            <a:extLst xmlns:a="http://schemas.openxmlformats.org/drawingml/2006/main">
              <a:ext uri="{FF2B5EF4-FFF2-40B4-BE49-F238E27FC236}">
                <a16:creationId xmlns:a16="http://schemas.microsoft.com/office/drawing/2014/main" id="{E2E3340D-AB4E-4836-BD04-68F591E9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420264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Operações complexas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Freeform 67">
            <a:extLst xmlns:a="http://schemas.openxmlformats.org/drawingml/2006/main">
              <a:ext uri="{FF2B5EF4-FFF2-40B4-BE49-F238E27FC236}">
                <a16:creationId xmlns:a16="http://schemas.microsoft.com/office/drawing/2014/main" id="{107287CB-AAD2-4190-AAD7-4F47A983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423828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99612bde03048d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TextBox 68">
            <a:extLst xmlns:a="http://schemas.openxmlformats.org/drawingml/2006/main">
              <a:ext uri="{FF2B5EF4-FFF2-40B4-BE49-F238E27FC236}">
                <a16:creationId xmlns:a16="http://schemas.microsoft.com/office/drawing/2014/main" id="{7D29C6D1-FE1B-48F6-ADAB-61E21E9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420264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Média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1B9A6FDA-422B-4E7A-A2E8-12BB3E62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423828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cd8cc0ec5841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TextBox 71">
            <a:extLst xmlns:a="http://schemas.openxmlformats.org/drawingml/2006/main">
              <a:ext uri="{FF2B5EF4-FFF2-40B4-BE49-F238E27FC236}">
                <a16:creationId xmlns:a16="http://schemas.microsoft.com/office/drawing/2014/main" id="{81C85D58-D47E-40C0-88D3-14ABE3A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420264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Múltiplos módulos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AutoShape 72">
            <a:extLst xmlns:a="http://schemas.openxmlformats.org/drawingml/2006/main">
              <a:ext uri="{FF2B5EF4-FFF2-40B4-BE49-F238E27FC236}">
                <a16:creationId xmlns:a16="http://schemas.microsoft.com/office/drawing/2014/main" id="{0BB8794C-C89D-4BA6-8208-098F57E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076360"/>
            <a:ext cx="112381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reeform 74">
            <a:extLst xmlns:a="http://schemas.openxmlformats.org/drawingml/2006/main">
              <a:ext uri="{FF2B5EF4-FFF2-40B4-BE49-F238E27FC236}">
                <a16:creationId xmlns:a16="http://schemas.microsoft.com/office/drawing/2014/main" id="{759404F8-6DE7-4C9E-B5A1-CBFDDD9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25760"/>
            <a:ext cx="3366720" cy="822600"/>
          </a:xfrm>
          <a:custGeom xmlns:a="http://schemas.openxmlformats.org/drawingml/2006/main">
            <a:gdLst>
              <a:gd name="textAreaLeft" fmla="*/ 0 w 3366720"/>
              <a:gd name="textAreaRight" fmla="*/ 3367080 w 33667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489522" h="1097280">
                <a:moveTo>
                  <a:pt x="0" y="0"/>
                </a:moveTo>
                <a:lnTo>
                  <a:pt x="4489522" y="0"/>
                </a:lnTo>
                <a:lnTo>
                  <a:pt x="44895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ee4909f398f4c0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TextBox 75">
            <a:extLst xmlns:a="http://schemas.openxmlformats.org/drawingml/2006/main">
              <a:ext uri="{FF2B5EF4-FFF2-40B4-BE49-F238E27FC236}">
                <a16:creationId xmlns:a16="http://schemas.microsoft.com/office/drawing/2014/main" id="{2D881933-D81A-45B1-A795-21654B9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11360"/>
            <a:ext cx="3366720" cy="8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61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mbria"/>
                <a:ea typeface="Cambria"/>
                <a:cs typeface="Cambria"/>
              </a:rPr>
              <a:t>FieldView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Freeform 77">
            <a:extLst xmlns:a="http://schemas.openxmlformats.org/drawingml/2006/main">
              <a:ext uri="{FF2B5EF4-FFF2-40B4-BE49-F238E27FC236}">
                <a16:creationId xmlns:a16="http://schemas.microsoft.com/office/drawing/2014/main" id="{B333AFBA-BF9C-4D75-A0CD-8958E25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5225760"/>
            <a:ext cx="3591360" cy="822600"/>
          </a:xfrm>
          <a:custGeom xmlns:a="http://schemas.openxmlformats.org/drawingml/2006/main">
            <a:gdLst>
              <a:gd name="textAreaLeft" fmla="*/ 0 w 3591360"/>
              <a:gd name="textAreaRight" fmla="*/ 3591720 w 35913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4788822" h="1097280">
                <a:moveTo>
                  <a:pt x="0" y="0"/>
                </a:moveTo>
                <a:lnTo>
                  <a:pt x="4788822" y="0"/>
                </a:lnTo>
                <a:lnTo>
                  <a:pt x="478882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3d1057580f5489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TextBox 78">
            <a:extLst xmlns:a="http://schemas.openxmlformats.org/drawingml/2006/main">
              <a:ext uri="{FF2B5EF4-FFF2-40B4-BE49-F238E27FC236}">
                <a16:creationId xmlns:a16="http://schemas.microsoft.com/office/drawing/2014/main" id="{F7FDFB49-AAAF-4CE6-8A21-4A0FC3A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0" y="5190120"/>
            <a:ext cx="35913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Agricultura de precisão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Freeform 80">
            <a:extLst xmlns:a="http://schemas.openxmlformats.org/drawingml/2006/main">
              <a:ext uri="{FF2B5EF4-FFF2-40B4-BE49-F238E27FC236}">
                <a16:creationId xmlns:a16="http://schemas.microsoft.com/office/drawing/2014/main" id="{41976D7D-D919-41DA-B2DE-421A33D9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5225760"/>
            <a:ext cx="2019960" cy="822600"/>
          </a:xfrm>
          <a:custGeom xmlns:a="http://schemas.openxmlformats.org/drawingml/2006/main">
            <a:gdLst>
              <a:gd name="textAreaLeft" fmla="*/ 0 w 2019960"/>
              <a:gd name="textAreaRight" fmla="*/ 2020320 w 201996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693712" h="1097280">
                <a:moveTo>
                  <a:pt x="0" y="0"/>
                </a:moveTo>
                <a:lnTo>
                  <a:pt x="2693712" y="0"/>
                </a:lnTo>
                <a:lnTo>
                  <a:pt x="2693712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499612bde03048d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TextBox 81">
            <a:extLst xmlns:a="http://schemas.openxmlformats.org/drawingml/2006/main">
              <a:ext uri="{FF2B5EF4-FFF2-40B4-BE49-F238E27FC236}">
                <a16:creationId xmlns:a16="http://schemas.microsoft.com/office/drawing/2014/main" id="{CE0A6919-3448-4802-9C55-91F9A47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160" y="5190120"/>
            <a:ext cx="201996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Especializada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Freeform 83">
            <a:extLst xmlns:a="http://schemas.openxmlformats.org/drawingml/2006/main">
              <a:ext uri="{FF2B5EF4-FFF2-40B4-BE49-F238E27FC236}">
                <a16:creationId xmlns:a16="http://schemas.microsoft.com/office/drawing/2014/main" id="{FAF73044-7D30-4DC6-B16C-5782554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5225760"/>
            <a:ext cx="2244240" cy="822600"/>
          </a:xfrm>
          <a:custGeom xmlns:a="http://schemas.openxmlformats.org/drawingml/2006/main">
            <a:gdLst>
              <a:gd name="textAreaLeft" fmla="*/ 0 w 2244240"/>
              <a:gd name="textAreaRight" fmla="*/ 2244600 w 224424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2993014" h="1097280">
                <a:moveTo>
                  <a:pt x="0" y="0"/>
                </a:moveTo>
                <a:lnTo>
                  <a:pt x="2993014" y="0"/>
                </a:lnTo>
                <a:lnTo>
                  <a:pt x="2993014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9cd8cc0ec5841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TextBox 84">
            <a:extLst xmlns:a="http://schemas.openxmlformats.org/drawingml/2006/main">
              <a:ext uri="{FF2B5EF4-FFF2-40B4-BE49-F238E27FC236}">
                <a16:creationId xmlns:a16="http://schemas.microsoft.com/office/drawing/2014/main" id="{390AD771-DD5D-42F4-9021-49259AFA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8480" y="5190120"/>
            <a:ext cx="224424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195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Mapas e máquinas</a:t>
            </a:r>
            <a:endParaRPr sz="19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reeform 86">
            <a:extLst xmlns:a="http://schemas.openxmlformats.org/drawingml/2006/main">
              <a:ext uri="{FF2B5EF4-FFF2-40B4-BE49-F238E27FC236}">
                <a16:creationId xmlns:a16="http://schemas.microsoft.com/office/drawing/2014/main" id="{A7A262D1-A587-4A65-9A4B-FFDD6E9C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40960"/>
            <a:ext cx="1371240" cy="1234080"/>
          </a:xfrm>
          <a:custGeom xmlns:a="http://schemas.openxmlformats.org/drawingml/2006/main">
            <a:gdLst>
              <a:gd name="textAreaLeft" fmla="*/ 0 w 1371240"/>
              <a:gd name="textAreaRight" fmla="*/ 1371600 w 137124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1828800" h="1645920">
                <a:moveTo>
                  <a:pt x="0" y="0"/>
                </a:moveTo>
                <a:lnTo>
                  <a:pt x="1828800" y="0"/>
                </a:lnTo>
                <a:lnTo>
                  <a:pt x="1828800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3305db31fb543c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TextBox 87">
            <a:extLst xmlns:a="http://schemas.openxmlformats.org/drawingml/2006/main">
              <a:ext uri="{FF2B5EF4-FFF2-40B4-BE49-F238E27FC236}">
                <a16:creationId xmlns:a16="http://schemas.microsoft.com/office/drawing/2014/main" id="{C7BC78D4-0E15-4E4C-9003-3E1D0E65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226560"/>
            <a:ext cx="1371240" cy="124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0800"/>
              </a:lnSpc>
              <a:buNone/>
            </a:pPr>
            <a:r>
              <a:rPr sz="90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“</a:t>
            </a:r>
            <a:endParaRPr sz="9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Freeform 89">
            <a:extLst xmlns:a="http://schemas.openxmlformats.org/drawingml/2006/main">
              <a:ext uri="{FF2B5EF4-FFF2-40B4-BE49-F238E27FC236}">
                <a16:creationId xmlns:a16="http://schemas.microsoft.com/office/drawing/2014/main" id="{EA308385-E197-4208-AA0D-6688228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6652440"/>
            <a:ext cx="10400400" cy="1508400"/>
          </a:xfrm>
          <a:custGeom xmlns:a="http://schemas.openxmlformats.org/drawingml/2006/main">
            <a:gdLst>
              <a:gd name="textAreaLeft" fmla="*/ 0 w 10400400"/>
              <a:gd name="textAreaRight" fmla="*/ 10400760 w 10400400"/>
              <a:gd name="textAreaTop" fmla="*/ 0 h 1508400"/>
              <a:gd name="textAreaBottom" fmla="*/ 1508760 h 1508400"/>
            </a:gdLst>
            <a:rect l="textAreaLeft" t="textAreaTop" r="textAreaRight" b="textAreaBottom"/>
            <a:pathLst>
              <a:path w="13867791" h="2011680">
                <a:moveTo>
                  <a:pt x="0" y="0"/>
                </a:moveTo>
                <a:lnTo>
                  <a:pt x="13867791" y="0"/>
                </a:lnTo>
                <a:lnTo>
                  <a:pt x="13867791" y="2011680"/>
                </a:lnTo>
                <a:lnTo>
                  <a:pt x="0" y="20116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f11af4a1cd04a0a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TextBox 90">
            <a:extLst xmlns:a="http://schemas.openxmlformats.org/drawingml/2006/main">
              <a:ext uri="{FF2B5EF4-FFF2-40B4-BE49-F238E27FC236}">
                <a16:creationId xmlns:a16="http://schemas.microsoft.com/office/drawing/2014/main" id="{06E0871C-3379-48F1-A1AB-B1E9D12C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920" y="6588000"/>
            <a:ext cx="10400400" cy="157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3600"/>
              </a:lnSpc>
              <a:buNone/>
            </a:pPr>
            <a:r>
              <a:rPr sz="2020" b="0" i="1" u="none">
                <a:solidFill>
                  <a:srgbClr val="16302A"/>
                </a:solidFill>
                <a:latin typeface="Cambria Italics"/>
                <a:ea typeface="Cambria Italics"/>
                <a:cs typeface="Cambria Italics"/>
              </a:rPr>
              <a:t>O AgroGestão Pro não busca ter mais funções. Ele busca ser mais fácil para quem realmente precisa de simplicidade.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42265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Freeform 3">
            <a:extLst xmlns:a="http://schemas.openxmlformats.org/drawingml/2006/main">
              <a:ext uri="{FF2B5EF4-FFF2-40B4-BE49-F238E27FC236}">
                <a16:creationId xmlns:a16="http://schemas.microsoft.com/office/drawing/2014/main" id="{0AF4D867-BD98-4552-BD84-D164BB8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Freeform 5">
            <a:extLst xmlns:a="http://schemas.openxmlformats.org/drawingml/2006/main">
              <a:ext uri="{FF2B5EF4-FFF2-40B4-BE49-F238E27FC236}">
                <a16:creationId xmlns:a16="http://schemas.microsoft.com/office/drawing/2014/main" id="{FA6B7C9E-8506-443D-802B-0283F5E9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6019CE4-7665-4D1E-BED7-CC72E5D1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9c48033988c8493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TextBox 8">
            <a:extLst xmlns:a="http://schemas.openxmlformats.org/drawingml/2006/main">
              <a:ext uri="{FF2B5EF4-FFF2-40B4-BE49-F238E27FC236}">
                <a16:creationId xmlns:a16="http://schemas.microsoft.com/office/drawing/2014/main" id="{AE1E8C21-39B2-4F0A-96CB-A28847B3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09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D5EFC9A-1EB4-4E5D-8E5A-3D8D1F07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a0405f7913934de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extBox 11">
            <a:extLst xmlns:a="http://schemas.openxmlformats.org/drawingml/2006/main">
              <a:ext uri="{FF2B5EF4-FFF2-40B4-BE49-F238E27FC236}">
                <a16:creationId xmlns:a16="http://schemas.microsoft.com/office/drawing/2014/main" id="{5C66F7B1-CB49-42EA-AF68-F3164CD4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MERCADO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1E63C5-1EFE-4375-BC5E-97C7B7C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20280"/>
            <a:ext cx="4388760" cy="458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31"/>
              </a:lnSpc>
              <a:buNone/>
            </a:pPr>
            <a:r>
              <a:rPr sz="30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Um mercado grande com espaço para uma solução simples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833CFFF-D2B9-4CCC-9D77-2DCB5ECD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16e1aa7e0f184d7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B80673-BCFD-46FA-9378-2D50B169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09113FC-9852-44B1-ABC7-AC02AEB8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69cf09f3b7a497e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16055C-4659-434E-B2F2-D3584E8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09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BE7DA54-C398-4609-BE52-291CF39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1f8a7d3ed434a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extBox 21">
            <a:extLst xmlns:a="http://schemas.openxmlformats.org/drawingml/2006/main">
              <a:ext uri="{FF2B5EF4-FFF2-40B4-BE49-F238E27FC236}">
                <a16:creationId xmlns:a16="http://schemas.microsoft.com/office/drawing/2014/main" id="{5F1F3A76-4213-4882-B7CF-3696A2C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1.972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FDFB595-80B5-4475-9CA5-68CC25F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9415e52b2ab4e4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TextBox 24">
            <a:extLst xmlns:a="http://schemas.openxmlformats.org/drawingml/2006/main">
              <a:ext uri="{FF2B5EF4-FFF2-40B4-BE49-F238E27FC236}">
                <a16:creationId xmlns:a16="http://schemas.microsoft.com/office/drawing/2014/main" id="{5456727F-7C85-40B6-96FB-6E1E0AC0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93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agrotechs mapeadas no Brasil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B34CFD50-3D7C-4842-A3A6-516890F5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1f8a7d3ed434a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TextBox 27">
            <a:extLst xmlns:a="http://schemas.openxmlformats.org/drawingml/2006/main">
              <a:ext uri="{FF2B5EF4-FFF2-40B4-BE49-F238E27FC236}">
                <a16:creationId xmlns:a16="http://schemas.microsoft.com/office/drawing/2014/main" id="{5989145F-E1A0-419C-BAF5-46F04307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80%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63E84142-5256-461A-A4B3-E955D792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9415e52b2ab4e4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TextBox 30">
            <a:extLst xmlns:a="http://schemas.openxmlformats.org/drawingml/2006/main">
              <a:ext uri="{FF2B5EF4-FFF2-40B4-BE49-F238E27FC236}">
                <a16:creationId xmlns:a16="http://schemas.microsoft.com/office/drawing/2014/main" id="{605B3C08-87C3-4B8D-842C-D0EBE33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Centro-Oeste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66B5FCD6-95ED-4C50-BEF9-93B3127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52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4BCD362-4258-4F44-8829-C0BBB96C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1f8a7d3ed434a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TextBox 34">
            <a:extLst xmlns:a="http://schemas.openxmlformats.org/drawingml/2006/main">
              <a:ext uri="{FF2B5EF4-FFF2-40B4-BE49-F238E27FC236}">
                <a16:creationId xmlns:a16="http://schemas.microsoft.com/office/drawing/2014/main" id="{17F42772-467B-42AD-AD4C-C7A61C97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41%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000305E-67D0-41FA-A31D-74285D0C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9415e52b2ab4e4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B0A7851-6D6A-4946-984E-F601E47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140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adoção no Nordeste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03F6A8B4-3509-4DB2-B089-7BC995B7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5720" y="1633680"/>
            <a:ext cx="1404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0D352D99-0ECB-4A63-97EE-9235811B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45920"/>
            <a:ext cx="2394000" cy="1234080"/>
          </a:xfrm>
          <a:custGeom xmlns:a="http://schemas.openxmlformats.org/drawingml/2006/main">
            <a:gdLst>
              <a:gd name="textAreaLeft" fmla="*/ 0 w 2394000"/>
              <a:gd name="textAreaRight" fmla="*/ 2394360 w 2394000"/>
              <a:gd name="textAreaTop" fmla="*/ 0 h 1234080"/>
              <a:gd name="textAreaBottom" fmla="*/ 1234440 h 1234080"/>
            </a:gdLst>
            <a:rect l="textAreaLeft" t="textAreaTop" r="textAreaRight" b="textAreaBottom"/>
            <a:pathLst>
              <a:path w="3192628" h="1645920">
                <a:moveTo>
                  <a:pt x="0" y="0"/>
                </a:moveTo>
                <a:lnTo>
                  <a:pt x="3192628" y="0"/>
                </a:lnTo>
                <a:lnTo>
                  <a:pt x="3192628" y="1645920"/>
                </a:lnTo>
                <a:lnTo>
                  <a:pt x="0" y="16459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1f8a7d3ed434a6b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5BC24EA-2106-417A-9A9C-DA39B672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1638720"/>
            <a:ext cx="2394000" cy="1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200"/>
              </a:lnSpc>
              <a:buNone/>
            </a:pPr>
            <a:r>
              <a:rPr sz="4800" b="1" u="none">
                <a:solidFill>
                  <a:srgbClr val="A8532E"/>
                </a:solidFill>
                <a:latin typeface="Cambria Bold"/>
                <a:ea typeface="Cambria Bold"/>
                <a:cs typeface="Cambria Bold"/>
              </a:rPr>
              <a:t>59%</a:t>
            </a:r>
            <a:endParaRPr sz="4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4DF32DA9-9E4F-4D7A-968A-4391D80E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86280"/>
            <a:ext cx="2325600" cy="3565800"/>
          </a:xfrm>
          <a:custGeom xmlns:a="http://schemas.openxmlformats.org/drawingml/2006/main">
            <a:gdLst>
              <a:gd name="textAreaLeft" fmla="*/ 0 w 2325600"/>
              <a:gd name="textAreaRight" fmla="*/ 2325960 w 2325600"/>
              <a:gd name="textAreaTop" fmla="*/ 0 h 3565800"/>
              <a:gd name="textAreaBottom" fmla="*/ 3566160 h 3565800"/>
            </a:gdLst>
            <a:rect l="textAreaLeft" t="textAreaTop" r="textAreaRight" b="textAreaBottom"/>
            <a:pathLst>
              <a:path w="3101188" h="4754880">
                <a:moveTo>
                  <a:pt x="0" y="0"/>
                </a:moveTo>
                <a:lnTo>
                  <a:pt x="3101188" y="0"/>
                </a:lnTo>
                <a:lnTo>
                  <a:pt x="3101188" y="4754880"/>
                </a:lnTo>
                <a:lnTo>
                  <a:pt x="0" y="47548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9415e52b2ab4e41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3" name="TextBox 44">
            <a:extLst xmlns:a="http://schemas.openxmlformats.org/drawingml/2006/main">
              <a:ext uri="{FF2B5EF4-FFF2-40B4-BE49-F238E27FC236}">
                <a16:creationId xmlns:a16="http://schemas.microsoft.com/office/drawing/2014/main" id="{73D193F8-8167-4AEE-A328-65BDF3CC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240" y="3021840"/>
            <a:ext cx="2325600" cy="3630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917"/>
              </a:lnSpc>
              <a:buNone/>
            </a:pPr>
            <a:r>
              <a:rPr sz="23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espaço ainda não digitalizado no Nordeste</a:t>
            </a:r>
            <a:endParaRPr sz="2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FFDE46FE-823A-47C5-9A1C-58EBB14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1560" y="1633680"/>
            <a:ext cx="14400" cy="70095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94995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Freeform 3">
            <a:extLst xmlns:a="http://schemas.openxmlformats.org/drawingml/2006/main">
              <a:ext uri="{FF2B5EF4-FFF2-40B4-BE49-F238E27FC236}">
                <a16:creationId xmlns:a16="http://schemas.microsoft.com/office/drawing/2014/main" id="{F87495E8-F815-4FF8-A7E5-C49550CE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160" y="0"/>
            <a:ext cx="12732120" cy="10286640"/>
          </a:xfrm>
          <a:custGeom xmlns:a="http://schemas.openxmlformats.org/drawingml/2006/main">
            <a:gdLst>
              <a:gd name="textAreaLeft" fmla="*/ 0 w 12732120"/>
              <a:gd name="textAreaRight" fmla="*/ 12732480 w 1273212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16976725" h="13716000">
                <a:moveTo>
                  <a:pt x="0" y="0"/>
                </a:moveTo>
                <a:lnTo>
                  <a:pt x="16976725" y="0"/>
                </a:lnTo>
                <a:lnTo>
                  <a:pt x="16976725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FBF9F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Freeform 5">
            <a:extLst xmlns:a="http://schemas.openxmlformats.org/drawingml/2006/main">
              <a:ext uri="{FF2B5EF4-FFF2-40B4-BE49-F238E27FC236}">
                <a16:creationId xmlns:a16="http://schemas.microsoft.com/office/drawing/2014/main" id="{D30A1753-FF5D-4D24-8D89-EBC8FB4C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54800" cy="10286640"/>
          </a:xfrm>
          <a:custGeom xmlns:a="http://schemas.openxmlformats.org/drawingml/2006/main">
            <a:gdLst>
              <a:gd name="textAreaLeft" fmla="*/ 0 w 5554800"/>
              <a:gd name="textAreaRight" fmla="*/ 5555160 w 555480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7406640" h="13716000">
                <a:moveTo>
                  <a:pt x="0" y="0"/>
                </a:moveTo>
                <a:lnTo>
                  <a:pt x="7406640" y="0"/>
                </a:lnTo>
                <a:lnTo>
                  <a:pt x="7406640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0893B8B-7E34-4275-A789-A868073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74920"/>
            <a:ext cx="7269120" cy="5623200"/>
          </a:xfrm>
          <a:custGeom xmlns:a="http://schemas.openxmlformats.org/drawingml/2006/main">
            <a:gdLst>
              <a:gd name="textAreaLeft" fmla="*/ 0 w 7269120"/>
              <a:gd name="textAreaRight" fmla="*/ 7269480 w 7269120"/>
              <a:gd name="textAreaTop" fmla="*/ 0 h 5623200"/>
              <a:gd name="textAreaBottom" fmla="*/ 5623560 h 5623200"/>
            </a:gdLst>
            <a:rect l="textAreaLeft" t="textAreaTop" r="textAreaRight" b="textAreaBottom"/>
            <a:pathLst>
              <a:path w="9692640" h="7498080">
                <a:moveTo>
                  <a:pt x="0" y="0"/>
                </a:moveTo>
                <a:lnTo>
                  <a:pt x="9692640" y="0"/>
                </a:lnTo>
                <a:lnTo>
                  <a:pt x="9692640" y="7498080"/>
                </a:lnTo>
                <a:lnTo>
                  <a:pt x="0" y="7498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db85943daaa417d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TextBox 8">
            <a:extLst xmlns:a="http://schemas.openxmlformats.org/drawingml/2006/main">
              <a:ext uri="{FF2B5EF4-FFF2-40B4-BE49-F238E27FC236}">
                <a16:creationId xmlns:a16="http://schemas.microsoft.com/office/drawing/2014/main" id="{3E7C8E8A-F1B9-47C8-9CDF-CE61ACD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54560" y="5067720"/>
            <a:ext cx="7269120" cy="563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5000"/>
              </a:lnSpc>
              <a:buNone/>
            </a:pPr>
            <a:r>
              <a:rPr sz="375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10</a:t>
            </a:r>
            <a:endParaRPr sz="37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58DA756-F536-4BE8-A1E8-49E2AB5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91720"/>
            <a:ext cx="4388760" cy="548280"/>
          </a:xfrm>
          <a:custGeom xmlns:a="http://schemas.openxmlformats.org/drawingml/2006/main">
            <a:gdLst>
              <a:gd name="textAreaLeft" fmla="*/ 0 w 4388760"/>
              <a:gd name="textAreaRight" fmla="*/ 4389120 w 4388760"/>
              <a:gd name="textAreaTop" fmla="*/ 0 h 548280"/>
              <a:gd name="textAreaBottom" fmla="*/ 548640 h 548280"/>
            </a:gdLst>
            <a:rect l="textAreaLeft" t="textAreaTop" r="textAreaRight" b="textAreaBottom"/>
            <a:pathLst>
              <a:path w="5852160" h="731520">
                <a:moveTo>
                  <a:pt x="0" y="0"/>
                </a:moveTo>
                <a:lnTo>
                  <a:pt x="5852160" y="0"/>
                </a:lnTo>
                <a:lnTo>
                  <a:pt x="5852160" y="731520"/>
                </a:lnTo>
                <a:lnTo>
                  <a:pt x="0" y="7315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cc407f3ef5e14d79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7951D4-BF0B-474B-995A-21C95A3D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862920"/>
            <a:ext cx="4388760" cy="57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</a:pPr>
            <a:r>
              <a:rPr sz="180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PLANOS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46D82F-F3FE-4E89-96C1-5EC24A1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1510560"/>
            <a:ext cx="4388760" cy="459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635"/>
              </a:lnSpc>
              <a:buNone/>
            </a:pPr>
            <a:r>
              <a:rPr sz="345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Começa simples, cresce junto com o produtor</a:t>
            </a:r>
            <a:endParaRPr sz="34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Freeform 14">
            <a:extLst xmlns:a="http://schemas.openxmlformats.org/drawingml/2006/main">
              <a:ext uri="{FF2B5EF4-FFF2-40B4-BE49-F238E27FC236}">
                <a16:creationId xmlns:a16="http://schemas.microsoft.com/office/drawing/2014/main" id="{C152C93F-EF65-4B2E-8BDF-1C2F1E8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42240"/>
            <a:ext cx="3565800" cy="411120"/>
          </a:xfrm>
          <a:custGeom xmlns:a="http://schemas.openxmlformats.org/drawingml/2006/main">
            <a:gdLst>
              <a:gd name="textAreaLeft" fmla="*/ 0 w 3565800"/>
              <a:gd name="textAreaRight" fmla="*/ 3566160 w 356580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4754880" h="548640">
                <a:moveTo>
                  <a:pt x="0" y="0"/>
                </a:moveTo>
                <a:lnTo>
                  <a:pt x="4754880" y="0"/>
                </a:lnTo>
                <a:lnTo>
                  <a:pt x="4754880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901305d94b34e5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0EA8E8-EA12-4701-9BF7-46D5D3A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60" y="9621000"/>
            <a:ext cx="3565800" cy="43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621"/>
              </a:lnSpc>
              <a:buNone/>
            </a:pPr>
            <a:r>
              <a:rPr sz="1350" b="1" u="none">
                <a:solidFill>
                  <a:srgbClr val="9BAE97"/>
                </a:solidFill>
                <a:latin typeface="Calibri (MS) Bold"/>
                <a:ea typeface="Calibri (MS) Bold"/>
                <a:cs typeface="Calibri (MS) Bold"/>
              </a:rPr>
              <a:t>AGROGESTÃO PRO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3F21353-F0AB-42B9-910A-8A6F470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601200"/>
            <a:ext cx="822600" cy="479880"/>
          </a:xfrm>
          <a:custGeom xmlns:a="http://schemas.openxmlformats.org/drawingml/2006/main">
            <a:gdLst>
              <a:gd name="textAreaLeft" fmla="*/ 0 w 822600"/>
              <a:gd name="textAreaRight" fmla="*/ 822960 w 822600"/>
              <a:gd name="textAreaTop" fmla="*/ 0 h 479880"/>
              <a:gd name="textAreaBottom" fmla="*/ 480240 h 479880"/>
            </a:gdLst>
            <a:rect l="textAreaLeft" t="textAreaTop" r="textAreaRight" b="textAreaBottom"/>
            <a:pathLst>
              <a:path w="1097280" h="640080">
                <a:moveTo>
                  <a:pt x="0" y="0"/>
                </a:moveTo>
                <a:lnTo>
                  <a:pt x="1097280" y="0"/>
                </a:lnTo>
                <a:lnTo>
                  <a:pt x="1097280" y="640080"/>
                </a:lnTo>
                <a:lnTo>
                  <a:pt x="0" y="6400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b41a9eb42b74ecc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TextBox 18">
            <a:extLst xmlns:a="http://schemas.openxmlformats.org/drawingml/2006/main">
              <a:ext uri="{FF2B5EF4-FFF2-40B4-BE49-F238E27FC236}">
                <a16:creationId xmlns:a16="http://schemas.microsoft.com/office/drawing/2014/main" id="{39D3B9EE-874A-4B9C-B485-D718589A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9579600"/>
            <a:ext cx="822600" cy="50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981"/>
              </a:lnSpc>
              <a:buNone/>
            </a:pPr>
            <a:r>
              <a:rPr sz="1650" b="0" u="none">
                <a:solidFill>
                  <a:srgbClr val="9BAE97"/>
                </a:solidFill>
                <a:latin typeface="Calibri (MS)"/>
                <a:ea typeface="Calibri (MS)"/>
                <a:cs typeface="Calibri (MS)"/>
              </a:rPr>
              <a:t>10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Freeform 20">
            <a:extLst xmlns:a="http://schemas.openxmlformats.org/drawingml/2006/main">
              <a:ext uri="{FF2B5EF4-FFF2-40B4-BE49-F238E27FC236}">
                <a16:creationId xmlns:a16="http://schemas.microsoft.com/office/drawing/2014/main" id="{FEC40D55-0DA6-44D5-BEE8-D661E2D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2640" y="1166040"/>
            <a:ext cx="5954400" cy="8435160"/>
          </a:xfrm>
          <a:custGeom xmlns:a="http://schemas.openxmlformats.org/drawingml/2006/main">
            <a:gdLst>
              <a:gd name="textAreaLeft" fmla="*/ 0 w 5954400"/>
              <a:gd name="textAreaRight" fmla="*/ 5954760 w 5954400"/>
              <a:gd name="textAreaTop" fmla="*/ 0 h 8435160"/>
              <a:gd name="textAreaBottom" fmla="*/ 8435520 h 8435160"/>
            </a:gdLst>
            <a:rect l="textAreaLeft" t="textAreaTop" r="textAreaRight" b="textAreaBottom"/>
            <a:pathLst>
              <a:path w="7939786" h="11247120">
                <a:moveTo>
                  <a:pt x="0" y="0"/>
                </a:moveTo>
                <a:lnTo>
                  <a:pt x="7939786" y="0"/>
                </a:lnTo>
                <a:lnTo>
                  <a:pt x="7939786" y="11247120"/>
                </a:lnTo>
                <a:lnTo>
                  <a:pt x="0" y="11247120"/>
                </a:lnTo>
                <a:close/>
              </a:path>
            </a:pathLst>
          </a:custGeom>
          <a:solidFill xmlns:a="http://schemas.openxmlformats.org/drawingml/2006/main">
            <a:srgbClr val="F4E6D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BBA6F2B1-BE93-4CB7-83FE-8665692C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280" y="1359360"/>
            <a:ext cx="14040" cy="80384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Freeform 23">
            <a:extLst xmlns:a="http://schemas.openxmlformats.org/drawingml/2006/main">
              <a:ext uri="{FF2B5EF4-FFF2-40B4-BE49-F238E27FC236}">
                <a16:creationId xmlns:a16="http://schemas.microsoft.com/office/drawing/2014/main" id="{CCC922C3-5298-42DD-BF19-0E2FEB3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4857120" cy="75420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3246afd94e74ed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TextBox 24">
            <a:extLst xmlns:a="http://schemas.openxmlformats.org/drawingml/2006/main">
              <a:ext uri="{FF2B5EF4-FFF2-40B4-BE49-F238E27FC236}">
                <a16:creationId xmlns:a16="http://schemas.microsoft.com/office/drawing/2014/main" id="{4A924B82-7004-42DE-94FF-B0135ED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57200"/>
            <a:ext cx="485712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080" b="1" u="none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Essencial</a:t>
            </a:r>
            <a:endParaRPr sz="30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18722DC-E9E0-4DB8-BDDD-A396E8B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004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TextBox 27">
            <a:extLst xmlns:a="http://schemas.openxmlformats.org/drawingml/2006/main">
              <a:ext uri="{FF2B5EF4-FFF2-40B4-BE49-F238E27FC236}">
                <a16:creationId xmlns:a16="http://schemas.microsoft.com/office/drawing/2014/main" id="{4961C15E-A889-4A0F-A898-2024CBF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7168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6F49065-AF44-457B-B146-2FB3B80C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4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A3549A-3E1B-4378-8D49-6CD09729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44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Registro do dia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776296E-3751-4623-BB2A-B3F3660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330516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B0D3457-57C2-4D93-886B-70D63DD9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994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TextBox 34">
            <a:extLst xmlns:a="http://schemas.openxmlformats.org/drawingml/2006/main">
              <a:ext uri="{FF2B5EF4-FFF2-40B4-BE49-F238E27FC236}">
                <a16:creationId xmlns:a16="http://schemas.microsoft.com/office/drawing/2014/main" id="{E3C6078C-ACE6-4D86-A2A4-CE7F2A74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7104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38A017A-C1B0-43DC-8A45-3C0C2AAA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94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A5AB218-3747-4DD6-B3B2-0008CAD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384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Plantações e safras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DEDAE51E-B678-43B5-A8AB-AC70A9E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430452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61F4320A-4A96-4438-B94F-4DC8326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9884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extBox 41">
            <a:extLst xmlns:a="http://schemas.openxmlformats.org/drawingml/2006/main">
              <a:ext uri="{FF2B5EF4-FFF2-40B4-BE49-F238E27FC236}">
                <a16:creationId xmlns:a16="http://schemas.microsoft.com/office/drawing/2014/main" id="{12F98FC9-5C85-4D4D-A8BF-A557C0F1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37040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Freeform 43">
            <a:extLst xmlns:a="http://schemas.openxmlformats.org/drawingml/2006/main">
              <a:ext uri="{FF2B5EF4-FFF2-40B4-BE49-F238E27FC236}">
                <a16:creationId xmlns:a16="http://schemas.microsoft.com/office/drawing/2014/main" id="{025E2070-B6EF-4267-A2FA-0321DA53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884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TextBox 44">
            <a:extLst xmlns:a="http://schemas.openxmlformats.org/drawingml/2006/main">
              <a:ext uri="{FF2B5EF4-FFF2-40B4-BE49-F238E27FC236}">
                <a16:creationId xmlns:a16="http://schemas.microsoft.com/office/drawing/2014/main" id="{9F4B352D-F083-4CC1-B33E-C633D4B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320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Tarefas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109EE94B-3BB2-4A8D-BCBA-B9E37051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530388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5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B143A7F-3583-4BED-A26C-E11F5FCB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9820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TextBox 48">
            <a:extLst xmlns:a="http://schemas.openxmlformats.org/drawingml/2006/main">
              <a:ext uri="{FF2B5EF4-FFF2-40B4-BE49-F238E27FC236}">
                <a16:creationId xmlns:a16="http://schemas.microsoft.com/office/drawing/2014/main" id="{4B7BE788-525F-416C-820F-33B0453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6976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11CB135-BBBF-48BB-9B47-D058033B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820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TextBox 51">
            <a:extLst xmlns:a="http://schemas.openxmlformats.org/drawingml/2006/main">
              <a:ext uri="{FF2B5EF4-FFF2-40B4-BE49-F238E27FC236}">
                <a16:creationId xmlns:a16="http://schemas.microsoft.com/office/drawing/2014/main" id="{9B6EC2D3-D192-423B-8520-B40823E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6256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Receitas e despesas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5BC53FA7-877B-489A-8FC1-2D4CD083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6303240"/>
            <a:ext cx="48715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Freeform 54">
            <a:extLst xmlns:a="http://schemas.openxmlformats.org/drawingml/2006/main">
              <a:ext uri="{FF2B5EF4-FFF2-40B4-BE49-F238E27FC236}">
                <a16:creationId xmlns:a16="http://schemas.microsoft.com/office/drawing/2014/main" id="{A948519E-7476-449B-97AC-96AFFDC6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39756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AC51A8-7130-447D-A30C-A8C3593E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636912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Freeform 57">
            <a:extLst xmlns:a="http://schemas.openxmlformats.org/drawingml/2006/main">
              <a:ext uri="{FF2B5EF4-FFF2-40B4-BE49-F238E27FC236}">
                <a16:creationId xmlns:a16="http://schemas.microsoft.com/office/drawing/2014/main" id="{8B1EBCBB-10C9-4C8C-A2EA-C987B9F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9756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TextBox 58">
            <a:extLst xmlns:a="http://schemas.openxmlformats.org/drawingml/2006/main">
              <a:ext uri="{FF2B5EF4-FFF2-40B4-BE49-F238E27FC236}">
                <a16:creationId xmlns:a16="http://schemas.microsoft.com/office/drawing/2014/main" id="{11A50513-F68A-4EB2-BF94-D907A7A1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6192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Resumos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8FD1D45E-0D08-48B5-B911-52F11467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7302600"/>
            <a:ext cx="487152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8E5B624-8589-410A-9ED7-017B0EA5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9692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TextBox 62">
            <a:extLst xmlns:a="http://schemas.openxmlformats.org/drawingml/2006/main">
              <a:ext uri="{FF2B5EF4-FFF2-40B4-BE49-F238E27FC236}">
                <a16:creationId xmlns:a16="http://schemas.microsoft.com/office/drawing/2014/main" id="{301FEFCD-B5D1-4FCD-801F-69E0417D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736812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F980C71-8E9F-44FB-9CA7-1330264B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39692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TextBox 65">
            <a:extLst xmlns:a="http://schemas.openxmlformats.org/drawingml/2006/main">
              <a:ext uri="{FF2B5EF4-FFF2-40B4-BE49-F238E27FC236}">
                <a16:creationId xmlns:a16="http://schemas.microsoft.com/office/drawing/2014/main" id="{35A2C0F4-FB1E-4BAB-8BC6-356D171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3612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Funciona sem internet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7BD6A79B-1994-44CA-A7D8-6FA951FC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160" y="8301600"/>
            <a:ext cx="487152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0" name="Freeform 68">
            <a:extLst xmlns:a="http://schemas.openxmlformats.org/drawingml/2006/main">
              <a:ext uri="{FF2B5EF4-FFF2-40B4-BE49-F238E27FC236}">
                <a16:creationId xmlns:a16="http://schemas.microsoft.com/office/drawing/2014/main" id="{3211C3EE-8915-4C5D-8912-922276C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8396280"/>
            <a:ext cx="479880" cy="86184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40080" h="1149532">
                <a:moveTo>
                  <a:pt x="0" y="0"/>
                </a:moveTo>
                <a:lnTo>
                  <a:pt x="640080" y="0"/>
                </a:lnTo>
                <a:lnTo>
                  <a:pt x="640080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554a98f9bcfc43a4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1" name="TextBox 69">
            <a:extLst xmlns:a="http://schemas.openxmlformats.org/drawingml/2006/main">
              <a:ext uri="{FF2B5EF4-FFF2-40B4-BE49-F238E27FC236}">
                <a16:creationId xmlns:a16="http://schemas.microsoft.com/office/drawing/2014/main" id="{42747E22-2300-4D87-A727-42E90D98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8367480"/>
            <a:ext cx="479880" cy="89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Freeform 71">
            <a:extLst xmlns:a="http://schemas.openxmlformats.org/drawingml/2006/main">
              <a:ext uri="{FF2B5EF4-FFF2-40B4-BE49-F238E27FC236}">
                <a16:creationId xmlns:a16="http://schemas.microsoft.com/office/drawing/2014/main" id="{7F32174E-E8BC-4D4A-9368-6CEBFB4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96280"/>
            <a:ext cx="4582800" cy="86184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61840"/>
              <a:gd name="textAreaBottom" fmla="*/ 862200 h 861840"/>
            </a:gdLst>
            <a:rect l="textAreaLeft" t="textAreaTop" r="textAreaRight" b="textAreaBottom"/>
            <a:pathLst>
              <a:path w="6110936" h="1149532">
                <a:moveTo>
                  <a:pt x="0" y="0"/>
                </a:moveTo>
                <a:lnTo>
                  <a:pt x="6110936" y="0"/>
                </a:lnTo>
                <a:lnTo>
                  <a:pt x="6110936" y="1149532"/>
                </a:lnTo>
                <a:lnTo>
                  <a:pt x="0" y="1149532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28f15d79ab1c40a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3" name="TextBox 72">
            <a:extLst xmlns:a="http://schemas.openxmlformats.org/drawingml/2006/main">
              <a:ext uri="{FF2B5EF4-FFF2-40B4-BE49-F238E27FC236}">
                <a16:creationId xmlns:a16="http://schemas.microsoft.com/office/drawing/2014/main" id="{8D6E3E93-73DF-453A-ABCA-E51B79EC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360280"/>
            <a:ext cx="4582800" cy="89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Preço mais acessível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7A0F45D5-9141-4C7D-9F32-A8A4937E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1371600"/>
            <a:ext cx="4857120" cy="75420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754200"/>
              <a:gd name="textAreaBottom" fmla="*/ 754560 h 754200"/>
            </a:gdLst>
            <a:rect l="textAreaLeft" t="textAreaTop" r="textAreaRight" b="textAreaBottom"/>
            <a:pathLst>
              <a:path w="6476696" h="1005840">
                <a:moveTo>
                  <a:pt x="0" y="0"/>
                </a:moveTo>
                <a:lnTo>
                  <a:pt x="6476696" y="0"/>
                </a:lnTo>
                <a:lnTo>
                  <a:pt x="6476696" y="1005840"/>
                </a:lnTo>
                <a:lnTo>
                  <a:pt x="0" y="10058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f3246afd94e74ed3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TextBox 75">
            <a:extLst xmlns:a="http://schemas.openxmlformats.org/drawingml/2006/main">
              <a:ext uri="{FF2B5EF4-FFF2-40B4-BE49-F238E27FC236}">
                <a16:creationId xmlns:a16="http://schemas.microsoft.com/office/drawing/2014/main" id="{ED796B8B-F647-48F7-9011-F6B4F35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1357200"/>
            <a:ext cx="4857120" cy="76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4320"/>
              </a:lnSpc>
              <a:buNone/>
            </a:pPr>
            <a:r>
              <a:rPr sz="3080" b="1" u="none">
                <a:solidFill>
                  <a:srgbClr val="16302A"/>
                </a:solidFill>
                <a:latin typeface="Cambria Bold"/>
                <a:ea typeface="Cambria Bold"/>
                <a:cs typeface="Cambria Bold"/>
              </a:rPr>
              <a:t>Pro</a:t>
            </a:r>
            <a:endParaRPr sz="30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6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61992B8-0CEF-497B-9D3E-491EAFA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126160"/>
            <a:ext cx="4857120" cy="411120"/>
          </a:xfrm>
          <a:custGeom xmlns:a="http://schemas.openxmlformats.org/drawingml/2006/main">
            <a:gdLst>
              <a:gd name="textAreaLeft" fmla="*/ 0 w 4857120"/>
              <a:gd name="textAreaRight" fmla="*/ 4857480 w 4857120"/>
              <a:gd name="textAreaTop" fmla="*/ 0 h 411120"/>
              <a:gd name="textAreaBottom" fmla="*/ 411480 h 411120"/>
            </a:gdLst>
            <a:rect l="textAreaLeft" t="textAreaTop" r="textAreaRight" b="textAreaBottom"/>
            <a:pathLst>
              <a:path w="6476696" h="548640">
                <a:moveTo>
                  <a:pt x="0" y="0"/>
                </a:moveTo>
                <a:lnTo>
                  <a:pt x="6476696" y="0"/>
                </a:lnTo>
                <a:lnTo>
                  <a:pt x="6476696" y="548640"/>
                </a:lnTo>
                <a:lnTo>
                  <a:pt x="0" y="54864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eeb2fb338f5d473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TextBox 78">
            <a:extLst xmlns:a="http://schemas.openxmlformats.org/drawingml/2006/main">
              <a:ext uri="{FF2B5EF4-FFF2-40B4-BE49-F238E27FC236}">
                <a16:creationId xmlns:a16="http://schemas.microsoft.com/office/drawing/2014/main" id="{BF496AB7-13EE-46C6-B560-F8EE885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111760"/>
            <a:ext cx="4857120" cy="425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888"/>
              </a:lnSpc>
              <a:buNone/>
            </a:pPr>
            <a:r>
              <a:rPr sz="165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MAIS COMPLETO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8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499D722-8DB9-40D1-9142-D06AAFC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811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TextBox 81">
            <a:extLst xmlns:a="http://schemas.openxmlformats.org/drawingml/2006/main">
              <a:ext uri="{FF2B5EF4-FFF2-40B4-BE49-F238E27FC236}">
                <a16:creationId xmlns:a16="http://schemas.microsoft.com/office/drawing/2014/main" id="{A65467C0-F1E6-400E-AB4B-B5BC71F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2783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0" name="Freeform 83">
            <a:extLst xmlns:a="http://schemas.openxmlformats.org/drawingml/2006/main">
              <a:ext uri="{FF2B5EF4-FFF2-40B4-BE49-F238E27FC236}">
                <a16:creationId xmlns:a16="http://schemas.microsoft.com/office/drawing/2014/main" id="{019786AC-59B2-4FC0-81A9-AD8C4EF3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2811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TextBox 84">
            <a:extLst xmlns:a="http://schemas.openxmlformats.org/drawingml/2006/main">
              <a:ext uri="{FF2B5EF4-FFF2-40B4-BE49-F238E27FC236}">
                <a16:creationId xmlns:a16="http://schemas.microsoft.com/office/drawing/2014/main" id="{5D5BF3B7-F5B4-4D41-A3A2-7D79FF8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277596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Várias propriedades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AutoShape 85">
            <a:extLst xmlns:a="http://schemas.openxmlformats.org/drawingml/2006/main">
              <a:ext uri="{FF2B5EF4-FFF2-40B4-BE49-F238E27FC236}">
                <a16:creationId xmlns:a16="http://schemas.microsoft.com/office/drawing/2014/main" id="{CC08BAB4-B0A5-4710-98E2-11353A19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3657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reeform 87">
            <a:extLst xmlns:a="http://schemas.openxmlformats.org/drawingml/2006/main">
              <a:ext uri="{FF2B5EF4-FFF2-40B4-BE49-F238E27FC236}">
                <a16:creationId xmlns:a16="http://schemas.microsoft.com/office/drawing/2014/main" id="{DDFAA4FB-12D5-4F33-8B5F-99597C6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3752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4" name="TextBox 88">
            <a:extLst xmlns:a="http://schemas.openxmlformats.org/drawingml/2006/main">
              <a:ext uri="{FF2B5EF4-FFF2-40B4-BE49-F238E27FC236}">
                <a16:creationId xmlns:a16="http://schemas.microsoft.com/office/drawing/2014/main" id="{D2859382-EA2B-4601-A563-C3E22E72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3723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Freeform 90">
            <a:extLst xmlns:a="http://schemas.openxmlformats.org/drawingml/2006/main">
              <a:ext uri="{FF2B5EF4-FFF2-40B4-BE49-F238E27FC236}">
                <a16:creationId xmlns:a16="http://schemas.microsoft.com/office/drawing/2014/main" id="{629575E5-8ACE-4314-AC83-DF68F2C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3752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6" name="TextBox 91">
            <a:extLst xmlns:a="http://schemas.openxmlformats.org/drawingml/2006/main">
              <a:ext uri="{FF2B5EF4-FFF2-40B4-BE49-F238E27FC236}">
                <a16:creationId xmlns:a16="http://schemas.microsoft.com/office/drawing/2014/main" id="{607766FA-B637-4496-A7B4-EF10541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3716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Funcionários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" name="AutoShape 92">
            <a:extLst xmlns:a="http://schemas.openxmlformats.org/drawingml/2006/main">
              <a:ext uri="{FF2B5EF4-FFF2-40B4-BE49-F238E27FC236}">
                <a16:creationId xmlns:a16="http://schemas.microsoft.com/office/drawing/2014/main" id="{B450164B-7D6D-419B-94F1-79A9316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459828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8" name="Freeform 94">
            <a:extLst xmlns:a="http://schemas.openxmlformats.org/drawingml/2006/main">
              <a:ext uri="{FF2B5EF4-FFF2-40B4-BE49-F238E27FC236}">
                <a16:creationId xmlns:a16="http://schemas.microsoft.com/office/drawing/2014/main" id="{55E3F6F9-8628-48AE-ABC4-CBAEA953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4692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9" name="TextBox 95">
            <a:extLst xmlns:a="http://schemas.openxmlformats.org/drawingml/2006/main">
              <a:ext uri="{FF2B5EF4-FFF2-40B4-BE49-F238E27FC236}">
                <a16:creationId xmlns:a16="http://schemas.microsoft.com/office/drawing/2014/main" id="{0A055254-68C2-4609-9C29-9B12D7B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4664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Freeform 97">
            <a:extLst xmlns:a="http://schemas.openxmlformats.org/drawingml/2006/main">
              <a:ext uri="{FF2B5EF4-FFF2-40B4-BE49-F238E27FC236}">
                <a16:creationId xmlns:a16="http://schemas.microsoft.com/office/drawing/2014/main" id="{AF1353D2-7C2A-4810-9B07-30C128A6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4692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TextBox 98">
            <a:extLst xmlns:a="http://schemas.openxmlformats.org/drawingml/2006/main">
              <a:ext uri="{FF2B5EF4-FFF2-40B4-BE49-F238E27FC236}">
                <a16:creationId xmlns:a16="http://schemas.microsoft.com/office/drawing/2014/main" id="{4295339A-3B0C-4C76-96E6-BE71C1C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465696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Estoque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AutoShape 99">
            <a:extLst xmlns:a="http://schemas.openxmlformats.org/drawingml/2006/main">
              <a:ext uri="{FF2B5EF4-FFF2-40B4-BE49-F238E27FC236}">
                <a16:creationId xmlns:a16="http://schemas.microsoft.com/office/drawing/2014/main" id="{864C92DB-38B0-48B8-B9EF-77DE1DA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5538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F30E1A2B-7A2D-4A58-9B33-41AD1CE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5633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4" name="TextBox 102">
            <a:extLst xmlns:a="http://schemas.openxmlformats.org/drawingml/2006/main">
              <a:ext uri="{FF2B5EF4-FFF2-40B4-BE49-F238E27FC236}">
                <a16:creationId xmlns:a16="http://schemas.microsoft.com/office/drawing/2014/main" id="{AA7E5591-C022-4547-A47D-8984C4A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5604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5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043097EE-269A-46F8-A90A-5FCBFD4B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5633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326ECD4D-6671-4EC9-A4E5-B77C1685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5597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Custos detalhados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7" name="AutoShape 106">
            <a:extLst xmlns:a="http://schemas.openxmlformats.org/drawingml/2006/main">
              <a:ext uri="{FF2B5EF4-FFF2-40B4-BE49-F238E27FC236}">
                <a16:creationId xmlns:a16="http://schemas.microsoft.com/office/drawing/2014/main" id="{6AE469BE-6F3D-4725-BB96-41C17C63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6479640"/>
            <a:ext cx="487188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72A93E11-21F3-4036-8554-AD2CA5F8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6573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EE23B88C-B8C1-4A0D-9881-942822CC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654516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783E8AC1-00E2-4542-A225-0E59336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6573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Box 112">
            <a:extLst xmlns:a="http://schemas.openxmlformats.org/drawingml/2006/main">
              <a:ext uri="{FF2B5EF4-FFF2-40B4-BE49-F238E27FC236}">
                <a16:creationId xmlns:a16="http://schemas.microsoft.com/office/drawing/2014/main" id="{90595549-939F-477B-8884-55428057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653832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Relatórios avançados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2" name="AutoShape 113">
            <a:extLst xmlns:a="http://schemas.openxmlformats.org/drawingml/2006/main">
              <a:ext uri="{FF2B5EF4-FFF2-40B4-BE49-F238E27FC236}">
                <a16:creationId xmlns:a16="http://schemas.microsoft.com/office/drawing/2014/main" id="{6D7CE010-3672-4BCE-86C4-6586C49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7419960"/>
            <a:ext cx="4871880" cy="144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600" rIns="90000" bIns="-306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8560D11B-6C58-4307-9188-3419542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751428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Box 116">
            <a:extLst xmlns:a="http://schemas.openxmlformats.org/drawingml/2006/main">
              <a:ext uri="{FF2B5EF4-FFF2-40B4-BE49-F238E27FC236}">
                <a16:creationId xmlns:a16="http://schemas.microsoft.com/office/drawing/2014/main" id="{3A9D5E4E-4CF8-4022-8D39-04767F33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748584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604A0ED6-7AF7-4D53-B6F6-CD407C18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751428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TextBox 119">
            <a:extLst xmlns:a="http://schemas.openxmlformats.org/drawingml/2006/main">
              <a:ext uri="{FF2B5EF4-FFF2-40B4-BE49-F238E27FC236}">
                <a16:creationId xmlns:a16="http://schemas.microsoft.com/office/drawing/2014/main" id="{80832292-99C5-4B0C-BF9B-04702DE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747864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Compartilhar com técnico/contador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AutoShape 120">
            <a:extLst xmlns:a="http://schemas.openxmlformats.org/drawingml/2006/main">
              <a:ext uri="{FF2B5EF4-FFF2-40B4-BE49-F238E27FC236}">
                <a16:creationId xmlns:a16="http://schemas.microsoft.com/office/drawing/2014/main" id="{411FCF36-DC92-440B-89CE-6894555D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920" y="8360640"/>
            <a:ext cx="4871880" cy="1404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DD7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30960" rIns="90000" bIns="-3096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4A043584-ECA8-4FC8-8216-0748897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8454960"/>
            <a:ext cx="479880" cy="803160"/>
          </a:xfrm>
          <a:custGeom xmlns:a="http://schemas.openxmlformats.org/drawingml/2006/main">
            <a:gdLst>
              <a:gd name="textAreaLeft" fmla="*/ 0 w 479880"/>
              <a:gd name="textAreaRight" fmla="*/ 480240 w 47988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40080" h="1071154">
                <a:moveTo>
                  <a:pt x="0" y="0"/>
                </a:moveTo>
                <a:lnTo>
                  <a:pt x="640080" y="0"/>
                </a:lnTo>
                <a:lnTo>
                  <a:pt x="640080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4e73a1845c549d5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Box 123">
            <a:extLst xmlns:a="http://schemas.openxmlformats.org/drawingml/2006/main">
              <a:ext uri="{FF2B5EF4-FFF2-40B4-BE49-F238E27FC236}">
                <a16:creationId xmlns:a16="http://schemas.microsoft.com/office/drawing/2014/main" id="{A9AED88E-A2B9-4C17-AF62-D4B7DBC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4120" y="8426520"/>
            <a:ext cx="479880" cy="83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251"/>
              </a:lnSpc>
              <a:buNone/>
            </a:pPr>
            <a:r>
              <a:rPr sz="1870" b="1" u="none">
                <a:solidFill>
                  <a:srgbClr val="A8532E"/>
                </a:solidFill>
                <a:latin typeface="Calibri (MS) Bold"/>
                <a:ea typeface="Calibri (MS) Bold"/>
                <a:cs typeface="Calibri (MS) Bold"/>
              </a:rPr>
              <a:t>✓</a:t>
            </a:r>
            <a:endParaRPr sz="18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67082267-B055-4096-A027-E70719D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8454960"/>
            <a:ext cx="4582800" cy="803160"/>
          </a:xfrm>
          <a:custGeom xmlns:a="http://schemas.openxmlformats.org/drawingml/2006/main">
            <a:gdLst>
              <a:gd name="textAreaLeft" fmla="*/ 0 w 4582800"/>
              <a:gd name="textAreaRight" fmla="*/ 4583160 w 4582800"/>
              <a:gd name="textAreaTop" fmla="*/ 0 h 803160"/>
              <a:gd name="textAreaBottom" fmla="*/ 803520 h 803160"/>
            </a:gdLst>
            <a:rect l="textAreaLeft" t="textAreaTop" r="textAreaRight" b="textAreaBottom"/>
            <a:pathLst>
              <a:path w="6110936" h="1071154">
                <a:moveTo>
                  <a:pt x="0" y="0"/>
                </a:moveTo>
                <a:lnTo>
                  <a:pt x="6110936" y="0"/>
                </a:lnTo>
                <a:lnTo>
                  <a:pt x="6110936" y="1071154"/>
                </a:lnTo>
                <a:lnTo>
                  <a:pt x="0" y="1071154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3bc8e3f7d8d849f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Box 126">
            <a:extLst xmlns:a="http://schemas.openxmlformats.org/drawingml/2006/main">
              <a:ext uri="{FF2B5EF4-FFF2-40B4-BE49-F238E27FC236}">
                <a16:creationId xmlns:a16="http://schemas.microsoft.com/office/drawing/2014/main" id="{8E16E0B8-EE4F-41B4-A7BA-82E8A8EA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760" y="8419320"/>
            <a:ext cx="4582800" cy="8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341"/>
              </a:lnSpc>
              <a:buNone/>
            </a:pPr>
            <a:r>
              <a:rPr sz="2020" b="0" u="none">
                <a:solidFill>
                  <a:srgbClr val="20261F"/>
                </a:solidFill>
                <a:latin typeface="Calibri (MS)"/>
                <a:ea typeface="Calibri (MS)"/>
                <a:cs typeface="Calibri (MS)"/>
              </a:rPr>
              <a:t>Futuras integrações</a:t>
            </a:r>
            <a:endParaRPr sz="20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437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2" name="Freeform 3">
            <a:extLst xmlns:a="http://schemas.openxmlformats.org/drawingml/2006/main">
              <a:ext uri="{FF2B5EF4-FFF2-40B4-BE49-F238E27FC236}">
                <a16:creationId xmlns:a16="http://schemas.microsoft.com/office/drawing/2014/main" id="{F255E899-CFFD-4861-A7C9-30859AC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7280" cy="10286640"/>
          </a:xfrm>
          <a:custGeom xmlns:a="http://schemas.openxmlformats.org/drawingml/2006/main">
            <a:gdLst>
              <a:gd name="textAreaLeft" fmla="*/ 0 w 18287280"/>
              <a:gd name="textAreaRight" fmla="*/ 18287640 w 18287280"/>
              <a:gd name="textAreaTop" fmla="*/ 0 h 10286640"/>
              <a:gd name="textAreaBottom" fmla="*/ 10287000 h 10286640"/>
            </a:gdLst>
            <a:rect l="textAreaLeft" t="textAreaTop" r="textAreaRight" b="textAreaBottom"/>
            <a:pathLst>
              <a:path w="24383364" h="13716000">
                <a:moveTo>
                  <a:pt x="0" y="0"/>
                </a:moveTo>
                <a:lnTo>
                  <a:pt x="24383364" y="0"/>
                </a:lnTo>
                <a:lnTo>
                  <a:pt x="24383364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16302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reeform 5">
            <a:extLst xmlns:a="http://schemas.openxmlformats.org/drawingml/2006/main">
              <a:ext uri="{FF2B5EF4-FFF2-40B4-BE49-F238E27FC236}">
                <a16:creationId xmlns:a16="http://schemas.microsoft.com/office/drawing/2014/main" id="{0B7B076C-CB4F-4A6D-85E5-98F40C7D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2743200"/>
            <a:ext cx="8503560" cy="7817760"/>
          </a:xfrm>
          <a:custGeom xmlns:a="http://schemas.openxmlformats.org/drawingml/2006/main">
            <a:gdLst>
              <a:gd name="textAreaLeft" fmla="*/ 0 w 8503560"/>
              <a:gd name="textAreaRight" fmla="*/ 8503920 w 8503560"/>
              <a:gd name="textAreaTop" fmla="*/ 0 h 7817760"/>
              <a:gd name="textAreaBottom" fmla="*/ 7818120 h 7817760"/>
            </a:gdLst>
            <a:rect l="textAreaLeft" t="textAreaTop" r="textAreaRight" b="textAreaBottom"/>
            <a:pathLst>
              <a:path w="11338560" h="10424160">
                <a:moveTo>
                  <a:pt x="0" y="0"/>
                </a:moveTo>
                <a:lnTo>
                  <a:pt x="11338560" y="0"/>
                </a:lnTo>
                <a:lnTo>
                  <a:pt x="11338560" y="10424160"/>
                </a:lnTo>
                <a:lnTo>
                  <a:pt x="0" y="1042416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d8d4146071c4880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TextBox 6">
            <a:extLst xmlns:a="http://schemas.openxmlformats.org/drawingml/2006/main">
              <a:ext uri="{FF2B5EF4-FFF2-40B4-BE49-F238E27FC236}">
                <a16:creationId xmlns:a16="http://schemas.microsoft.com/office/drawing/2014/main" id="{98D52BAE-B6BA-4C14-AE0C-EA404AF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4560" y="2728800"/>
            <a:ext cx="8503560" cy="783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54000"/>
              </a:lnSpc>
              <a:buNone/>
            </a:pPr>
            <a:r>
              <a:rPr sz="45000" b="1" u="none">
                <a:solidFill>
                  <a:srgbClr val="224539"/>
                </a:solidFill>
                <a:latin typeface="Cambria Bold"/>
                <a:ea typeface="Cambria Bold"/>
                <a:cs typeface="Cambria Bold"/>
              </a:rPr>
              <a:t>11</a:t>
            </a:r>
            <a:endParaRPr sz="45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Freeform 8">
            <a:extLst xmlns:a="http://schemas.openxmlformats.org/drawingml/2006/main">
              <a:ext uri="{FF2B5EF4-FFF2-40B4-BE49-F238E27FC236}">
                <a16:creationId xmlns:a16="http://schemas.microsoft.com/office/drawing/2014/main" id="{00FA5D6F-9F19-424E-8DD5-2227474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703320"/>
            <a:ext cx="12344040" cy="2605680"/>
          </a:xfrm>
          <a:custGeom xmlns:a="http://schemas.openxmlformats.org/drawingml/2006/main">
            <a:gdLst>
              <a:gd name="textAreaLeft" fmla="*/ 0 w 12344040"/>
              <a:gd name="textAreaRight" fmla="*/ 12344400 w 12344040"/>
              <a:gd name="textAreaTop" fmla="*/ 0 h 2605680"/>
              <a:gd name="textAreaBottom" fmla="*/ 2606040 h 2605680"/>
            </a:gdLst>
            <a:rect l="textAreaLeft" t="textAreaTop" r="textAreaRight" b="textAreaBottom"/>
            <a:pathLst>
              <a:path w="16459200" h="3474720">
                <a:moveTo>
                  <a:pt x="0" y="0"/>
                </a:moveTo>
                <a:lnTo>
                  <a:pt x="16459200" y="0"/>
                </a:lnTo>
                <a:lnTo>
                  <a:pt x="16459200" y="3474720"/>
                </a:lnTo>
                <a:lnTo>
                  <a:pt x="0" y="347472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7928fd7a90864a27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Box 9">
            <a:extLst xmlns:a="http://schemas.openxmlformats.org/drawingml/2006/main">
              <a:ext uri="{FF2B5EF4-FFF2-40B4-BE49-F238E27FC236}">
                <a16:creationId xmlns:a16="http://schemas.microsoft.com/office/drawing/2014/main" id="{4F62F0A7-45A3-4CF4-8C89-DBC71AB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46080"/>
            <a:ext cx="12344040" cy="266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7523"/>
              </a:lnSpc>
              <a:buNone/>
            </a:pPr>
            <a:r>
              <a:rPr sz="57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Menos complexidade.</a:t>
            </a:r>
            <a:endParaRPr sz="5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ts val="7523"/>
              </a:lnSpc>
              <a:buNone/>
            </a:pPr>
            <a:r>
              <a:rPr sz="5700" b="1" u="none">
                <a:solidFill>
                  <a:srgbClr val="FFFFFF"/>
                </a:solidFill>
                <a:latin typeface="Cambria Bold"/>
                <a:ea typeface="Cambria Bold"/>
                <a:cs typeface="Cambria Bold"/>
              </a:rPr>
              <a:t>Mais controle da propriedade.</a:t>
            </a:r>
            <a:endParaRPr sz="5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2DD4573-D853-4F3F-BDD7-400640E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20" y="6240960"/>
            <a:ext cx="11383920" cy="822600"/>
          </a:xfrm>
          <a:custGeom xmlns:a="http://schemas.openxmlformats.org/drawingml/2006/main">
            <a:gdLst>
              <a:gd name="textAreaLeft" fmla="*/ 0 w 11383920"/>
              <a:gd name="textAreaRight" fmla="*/ 11384280 w 11383920"/>
              <a:gd name="textAreaTop" fmla="*/ 0 h 822600"/>
              <a:gd name="textAreaBottom" fmla="*/ 822960 h 822600"/>
            </a:gdLst>
            <a:rect l="textAreaLeft" t="textAreaTop" r="textAreaRight" b="textAreaBottom"/>
            <a:pathLst>
              <a:path w="15179039" h="1097280">
                <a:moveTo>
                  <a:pt x="0" y="0"/>
                </a:moveTo>
                <a:lnTo>
                  <a:pt x="15179039" y="0"/>
                </a:lnTo>
                <a:lnTo>
                  <a:pt x="15179039" y="1097280"/>
                </a:lnTo>
                <a:lnTo>
                  <a:pt x="0" y="1097280"/>
                </a:lnTo>
                <a:close/>
              </a:path>
            </a:pathLst>
          </a:custGeom>
          <a:blipFill xmlns:a="http://schemas.openxmlformats.org/drawingml/2006/main" rotWithShape="0">
            <a:blip xmlns:r="http://schemas.openxmlformats.org/officeDocument/2006/relationships" r:embed="R0c237102b7134b4f">
              <a:alphaModFix amt="0"/>
            </a:blip>
            <a:srcRect l="0" t="0" r="0" b="0"/>
            <a:stretch/>
          </a:blip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B7326A-659F-4669-81D7-6E027BE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20" y="6204960"/>
            <a:ext cx="11383920" cy="85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2789"/>
              </a:lnSpc>
              <a:buNone/>
            </a:pPr>
            <a:r>
              <a:rPr sz="2170" b="0" u="none">
                <a:solidFill>
                  <a:srgbClr val="C9D6CB"/>
                </a:solidFill>
                <a:latin typeface="Calibri (MS)"/>
                <a:ea typeface="Calibri (MS)"/>
                <a:cs typeface="Calibri (MS)"/>
              </a:rPr>
              <a:t>O AgroGestão Pro começa simples e cresce junto com o produtor.</a:t>
            </a:r>
            <a:endParaRPr sz="21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24522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2026-08-10T22:47:36.4700000Z</dcterms:created>
  <dcterms:modified xsi:type="dcterms:W3CDTF">2026-08-10T22:47:36.4700000Z</dcterms:modified>
</coreProperties>
</file>